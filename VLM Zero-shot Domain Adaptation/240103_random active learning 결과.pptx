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gHzsJ6Rv91bfNREkGesyJdbJ0v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90055855b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290055855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uncertainty sampling(VLM에 대한 active learning)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VLM active learning의 initial set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uncertainty sampling하면 random → baseline통일 필요,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random 1,5,10, pt4al, 등등 비교군으로 실험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active learning initialization 새로운 아이디어 필요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strike="sngStrike"/>
              <a:t>random의 loss는 ce만 → 0번째만 kd loss를 쓰고 그것에 대한 학습은 CE만 쓰도록, 10까지 kd를 쓰고 10부터는 CE만 쓰도록</a:t>
            </a:r>
            <a:endParaRPr strike="sngStrik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통째로 쓰는 것을 비교해보거나 initial 방법만을 가져와서 실험을 해야할지 → 다른 논문들과 비교 후 결정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active learning initial 방법만 쓰는 것이 아니라 initialization 방법 그대로 가져와서 비교 실험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*vlm에 fine tuning : fine tuning을 어떻게 할것인지 ? active learning을 도입한다면 ? → 그것이 의미가 있음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*논문작성시 positioning 중요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a3afeb0c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2aa3afeb0c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ab7f7a7c3b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2ab7f7a7c3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b7f7a7c3b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2ab7f7a7c3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b7f7a7c3b_0_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2ab7f7a7c3b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a6df9057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2aa6df905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On Initial Pools for Deep Active Learning (VAE 등)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k를 여러개 뽑을 수 있는 방법 ? _ batch active learning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0055855b2_0_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90055855b2_0_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240103 연구 진행상황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90055855b2_0_5"/>
          <p:cNvSpPr txBox="1"/>
          <p:nvPr>
            <p:ph idx="1" type="subTitle"/>
          </p:nvPr>
        </p:nvSpPr>
        <p:spPr>
          <a:xfrm>
            <a:off x="490450" y="882800"/>
            <a:ext cx="108924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VLM active learning의 initial set에 중점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meanSTD로 변경 후 random sampling active learning 결과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a3afeb0c7_0_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aa3afeb0c7_0_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연구 개요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g2aa3afeb0c7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0925" y="2180025"/>
            <a:ext cx="5212250" cy="31601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aa3afeb0c7_0_2"/>
          <p:cNvSpPr txBox="1"/>
          <p:nvPr>
            <p:ph idx="1" type="subTitle"/>
          </p:nvPr>
        </p:nvSpPr>
        <p:spPr>
          <a:xfrm>
            <a:off x="490450" y="882800"/>
            <a:ext cx="108924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Least Confidence의 경우 기존 프레임워크의 uncertainty sampling에 적절하지 않음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→ Dropout(meanSTD) 방법으로 변경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b7f7a7c3b_0_101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ab7f7a7c3b_0_101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ko-KR" sz="2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Least confidence를 MC Dropout(meanSTD)으로 변경 결과</a:t>
            </a:r>
            <a:endParaRPr b="1" sz="2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5" name="Google Shape;95;g2ab7f7a7c3b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750" y="898332"/>
            <a:ext cx="3250801" cy="273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2ab7f7a7c3b_0_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0600" y="905982"/>
            <a:ext cx="3250801" cy="273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2ab7f7a7c3b_0_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2450" y="898332"/>
            <a:ext cx="3250801" cy="273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2ab7f7a7c3b_0_1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0850" y="3823520"/>
            <a:ext cx="3250801" cy="273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2ab7f7a7c3b_0_1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1650" y="3823520"/>
            <a:ext cx="3250801" cy="273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2ab7f7a7c3b_0_10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32450" y="3823520"/>
            <a:ext cx="3250801" cy="2730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b7f7a7c3b_0_189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2ab7f7a7c3b_0_189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ko-KR" sz="2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Least confidence를 MC Dropout(meanSTD)으로 변경 결과</a:t>
            </a:r>
            <a:endParaRPr b="1" sz="2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7" name="Google Shape;107;g2ab7f7a7c3b_0_1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800" y="942620"/>
            <a:ext cx="3250801" cy="274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2ab7f7a7c3b_0_1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0600" y="942620"/>
            <a:ext cx="3250801" cy="274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2ab7f7a7c3b_0_1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1400" y="942620"/>
            <a:ext cx="3250801" cy="274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ab7f7a7c3b_0_1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9800" y="3691370"/>
            <a:ext cx="3250801" cy="274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2ab7f7a7c3b_0_1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70600" y="3691370"/>
            <a:ext cx="3250801" cy="274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2ab7f7a7c3b_0_18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21400" y="3691370"/>
            <a:ext cx="3250801" cy="274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b7f7a7c3b_0_194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2ab7f7a7c3b_0_194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ko-KR" sz="2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Least confidence를 MC Dropout(meanSTD)으로 변경 결과</a:t>
            </a:r>
            <a:endParaRPr b="1" sz="2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9" name="Google Shape;119;g2ab7f7a7c3b_0_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850" y="1282970"/>
            <a:ext cx="3250801" cy="265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2ab7f7a7c3b_0_1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1650" y="1282970"/>
            <a:ext cx="3250801" cy="265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ab7f7a7c3b_0_1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2450" y="1282970"/>
            <a:ext cx="3250801" cy="265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ab7f7a7c3b_0_1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3825" y="3937790"/>
            <a:ext cx="3259202" cy="261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aa6df90579_0_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2aa6df90579_0_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Active learning initialization 실험 비교군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2aa6df90579_0_5"/>
          <p:cNvSpPr txBox="1"/>
          <p:nvPr>
            <p:ph idx="1" type="subTitle"/>
          </p:nvPr>
        </p:nvSpPr>
        <p:spPr>
          <a:xfrm>
            <a:off x="490450" y="882800"/>
            <a:ext cx="108924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방법1 : Self-supervised learning methods</a:t>
            </a:r>
            <a:endParaRPr sz="18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sz="1800"/>
              <a:t>   </a:t>
            </a:r>
            <a:r>
              <a:rPr lang="ko-KR" sz="1800"/>
              <a:t>PT4AL, BAL, SimCLR</a:t>
            </a:r>
            <a:endParaRPr sz="1800"/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방법2 : Clustering methods</a:t>
            </a:r>
            <a:endParaRPr sz="1800"/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	   K-means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