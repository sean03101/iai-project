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i2sRyMynG4aeuSlSTbXTRfoJ/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90055855b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90055855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*vlm에 fine tuning : fine tuning을 어떻게 할것인지 ? active learning을 도입한다면 ? → 그것이 의미가 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*논문작성시 positioning 중요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a3afeb0c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2aa3afeb0c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b7f7a7c3b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ab7f7a7c3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b7f7a7c3b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ab7f7a7c3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b7f7a7c3b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2ab7f7a7c3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dcc9d735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2adcc9d735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dcc9d7351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adcc9d735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6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90055855b2_0_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290055855b2_0_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240110 연구 진행상황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290055855b2_0_5"/>
          <p:cNvSpPr txBox="1"/>
          <p:nvPr>
            <p:ph idx="1" type="subTitle"/>
          </p:nvPr>
        </p:nvSpPr>
        <p:spPr>
          <a:xfrm>
            <a:off x="490450" y="882800"/>
            <a:ext cx="11452500" cy="53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meanSTD로 변경 후 BTAD, MVTecLoco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sz="1800"/>
              <a:t>VisA : VisA의 이상 데이터 중 이상 유형이 한장만 있는 데이터가 다수 존재, prompt 구성이 불가</a:t>
            </a:r>
            <a:endParaRPr sz="18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ko-KR" sz="1800"/>
              <a:t>ex. train : 0, test : 1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a3afeb0c7_0_2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aa3afeb0c7_0_2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개요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2aa3afeb0c7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0925" y="2180025"/>
            <a:ext cx="5212250" cy="31601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aa3afeb0c7_0_2"/>
          <p:cNvSpPr txBox="1"/>
          <p:nvPr>
            <p:ph idx="1" type="subTitle"/>
          </p:nvPr>
        </p:nvSpPr>
        <p:spPr>
          <a:xfrm>
            <a:off x="490450" y="882800"/>
            <a:ext cx="108924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-KR" sz="1800"/>
              <a:t>Least Confidence의 경우 기존 프레임워크의 uncertainty sampling에 적절하지 않음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ko-KR" sz="1800"/>
              <a:t>→ Dropout(meanSTD) 방법으로 변경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b7f7a7c3b_0_101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ab7f7a7c3b_0_101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결과_</a:t>
            </a: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MVTecAD</a:t>
            </a:r>
            <a:endParaRPr b="1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5" name="Google Shape;95;g2ab7f7a7c3b_0_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750" y="89833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2ab7f7a7c3b_0_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0600" y="90598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2ab7f7a7c3b_0_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2450" y="898332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2ab7f7a7c3b_0_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08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ab7f7a7c3b_0_1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16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2ab7f7a7c3b_0_1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32450" y="3823520"/>
            <a:ext cx="3250801" cy="2730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b7f7a7c3b_0_189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ab7f7a7c3b_0_189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_MVTecAD</a:t>
            </a:r>
            <a:endParaRPr b="1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7" name="Google Shape;107;g2ab7f7a7c3b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8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2ab7f7a7c3b_0_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06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ab7f7a7c3b_0_1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21400" y="94262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ab7f7a7c3b_0_1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8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ab7f7a7c3b_0_18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06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ab7f7a7c3b_0_18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21400" y="3691370"/>
            <a:ext cx="3250801" cy="274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b7f7a7c3b_0_194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ab7f7a7c3b_0_194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_MVTecAD</a:t>
            </a:r>
            <a:endParaRPr b="1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9" name="Google Shape;119;g2ab7f7a7c3b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8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2ab7f7a7c3b_0_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16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2ab7f7a7c3b_0_1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2450" y="1282970"/>
            <a:ext cx="3250801" cy="265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ab7f7a7c3b_0_1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3825" y="3937790"/>
            <a:ext cx="3259202" cy="2615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adcc9d7351_1_0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2adcc9d7351_1_0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_MVTecAD Loco</a:t>
            </a:r>
            <a:endParaRPr b="1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9" name="Google Shape;129;g2adcc9d7351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1798"/>
            <a:ext cx="3395200" cy="281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2adcc9d7351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900" y="871800"/>
            <a:ext cx="3395200" cy="2813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adcc9d7351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5500" y="871799"/>
            <a:ext cx="3395200" cy="281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adcc9d7351_1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950" y="3838076"/>
            <a:ext cx="3239650" cy="2684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adcc9d7351_1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51753" y="3990450"/>
            <a:ext cx="3055797" cy="253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adcc9d7351_1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15500" y="3838062"/>
            <a:ext cx="3573394" cy="286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dcc9d7351_1_35"/>
          <p:cNvSpPr txBox="1"/>
          <p:nvPr/>
        </p:nvSpPr>
        <p:spPr>
          <a:xfrm>
            <a:off x="490452" y="257695"/>
            <a:ext cx="1123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adcc9d7351_1_35"/>
          <p:cNvSpPr txBox="1"/>
          <p:nvPr/>
        </p:nvSpPr>
        <p:spPr>
          <a:xfrm>
            <a:off x="490452" y="257695"/>
            <a:ext cx="11233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ko-KR" sz="23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Least confidence를 MC Dropout(meanSTD)으로 변경 결과</a:t>
            </a:r>
            <a:r>
              <a:rPr b="1" lang="ko-KR" sz="2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_BTAD</a:t>
            </a:r>
            <a:endParaRPr b="1" sz="2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1" name="Google Shape;141;g2adcc9d7351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250" y="3922075"/>
            <a:ext cx="3629376" cy="291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adcc9d7351_1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650" y="3703625"/>
            <a:ext cx="3798685" cy="314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adcc9d7351_1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7479" y="856850"/>
            <a:ext cx="3514146" cy="29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adcc9d7351_1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7163" y="755295"/>
            <a:ext cx="3514150" cy="2912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