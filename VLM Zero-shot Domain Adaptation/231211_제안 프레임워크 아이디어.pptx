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863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j9ATwoGaOErgkiF1Ta/aQMLYMH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196" y="1638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b062ebdb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2b062ebdb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b062ebdb1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3" name="Google Shape;293;g2b062ebdb1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b062ebdb1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3" name="Google Shape;293;g2b062ebdb1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88927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adff549f6f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2adff549f6f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6314804" y="1854714"/>
            <a:ext cx="21864754" cy="10948860"/>
            <a:chOff x="-6314804" y="1951914"/>
            <a:chExt cx="21864754" cy="10948860"/>
          </a:xfrm>
        </p:grpSpPr>
        <p:sp>
          <p:nvSpPr>
            <p:cNvPr id="85" name="Google Shape;85;p1"/>
            <p:cNvSpPr txBox="1"/>
            <p:nvPr/>
          </p:nvSpPr>
          <p:spPr>
            <a:xfrm>
              <a:off x="13880738" y="3173167"/>
              <a:ext cx="1499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Uncertainty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Sampling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-6314804" y="8394300"/>
              <a:ext cx="1136590" cy="1615155"/>
            </a:xfrm>
            <a:prstGeom prst="flowChartMagneticDisk">
              <a:avLst/>
            </a:prstGeom>
            <a:solidFill>
              <a:srgbClr val="BFBFB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Labled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Pool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87" name="Google Shape;87;p1"/>
            <p:cNvCxnSpPr/>
            <p:nvPr/>
          </p:nvCxnSpPr>
          <p:spPr>
            <a:xfrm>
              <a:off x="-1962149" y="9263777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88" name="Google Shape;88;p1"/>
            <p:cNvSpPr/>
            <p:nvPr/>
          </p:nvSpPr>
          <p:spPr>
            <a:xfrm rot="-5400000">
              <a:off x="-3052550" y="8832085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-2825414" y="8887197"/>
              <a:ext cx="854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Text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0" name="Google Shape;90;p1"/>
            <p:cNvCxnSpPr/>
            <p:nvPr/>
          </p:nvCxnSpPr>
          <p:spPr>
            <a:xfrm rot="10800000" flipH="1">
              <a:off x="-427142" y="10460288"/>
              <a:ext cx="760575" cy="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1" name="Google Shape;91;p1"/>
            <p:cNvSpPr/>
            <p:nvPr/>
          </p:nvSpPr>
          <p:spPr>
            <a:xfrm>
              <a:off x="351301" y="10221037"/>
              <a:ext cx="1401511" cy="239251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normal</a:t>
              </a: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351301" y="10469609"/>
              <a:ext cx="1401511" cy="23287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abnormal</a:t>
              </a: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3" name="Google Shape;93;p1"/>
            <p:cNvCxnSpPr/>
            <p:nvPr/>
          </p:nvCxnSpPr>
          <p:spPr>
            <a:xfrm>
              <a:off x="-1967554" y="8951117"/>
              <a:ext cx="424543" cy="14386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4" name="Google Shape;94;p1"/>
            <p:cNvSpPr/>
            <p:nvPr/>
          </p:nvSpPr>
          <p:spPr>
            <a:xfrm>
              <a:off x="-1516702" y="8940366"/>
              <a:ext cx="1341690" cy="728894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Ensemble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5" name="Google Shape;95;p1"/>
            <p:cNvCxnSpPr>
              <a:stCxn id="86" idx="3"/>
              <a:endCxn id="96" idx="1"/>
            </p:cNvCxnSpPr>
            <p:nvPr/>
          </p:nvCxnSpPr>
          <p:spPr>
            <a:xfrm rot="-5400000" flipH="1">
              <a:off x="-4373259" y="8636205"/>
              <a:ext cx="1827900" cy="4574400"/>
            </a:xfrm>
            <a:prstGeom prst="bentConnector2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7" name="Google Shape;97;p1"/>
            <p:cNvSpPr/>
            <p:nvPr/>
          </p:nvSpPr>
          <p:spPr>
            <a:xfrm rot="-5400000">
              <a:off x="-1330403" y="11409819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-1171969" y="11467776"/>
              <a:ext cx="854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8" name="Google Shape;98;p1" descr="절연된 화재 벡터 불에 대한 스톡 벡터 아트 및 기타 이미지 - 불, 불길, 이모티콘 - iStock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741984" y="12439343"/>
              <a:ext cx="461431" cy="4614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56577" y="10012792"/>
              <a:ext cx="2806108" cy="88192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0" name="Google Shape;100;p1"/>
            <p:cNvCxnSpPr/>
            <p:nvPr/>
          </p:nvCxnSpPr>
          <p:spPr>
            <a:xfrm rot="10800000">
              <a:off x="-636660" y="10595740"/>
              <a:ext cx="5114" cy="49192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01" name="Google Shape;101;p1"/>
            <p:cNvCxnSpPr/>
            <p:nvPr/>
          </p:nvCxnSpPr>
          <p:spPr>
            <a:xfrm flipH="1">
              <a:off x="-657858" y="9932029"/>
              <a:ext cx="2" cy="412593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02" name="Google Shape;102;p1"/>
            <p:cNvSpPr txBox="1"/>
            <p:nvPr/>
          </p:nvSpPr>
          <p:spPr>
            <a:xfrm>
              <a:off x="-811366" y="10275623"/>
              <a:ext cx="9058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3" name="Google Shape;103;p1"/>
            <p:cNvCxnSpPr/>
            <p:nvPr/>
          </p:nvCxnSpPr>
          <p:spPr>
            <a:xfrm rot="10800000" flipH="1">
              <a:off x="1770680" y="10450932"/>
              <a:ext cx="760575" cy="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04" name="Google Shape;104;p1"/>
            <p:cNvCxnSpPr/>
            <p:nvPr/>
          </p:nvCxnSpPr>
          <p:spPr>
            <a:xfrm rot="10800000" flipH="1">
              <a:off x="-1939120" y="9458323"/>
              <a:ext cx="390703" cy="10213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05" name="Google Shape;105;p1"/>
            <p:cNvSpPr/>
            <p:nvPr/>
          </p:nvSpPr>
          <p:spPr>
            <a:xfrm>
              <a:off x="-4647547" y="8631258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1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-4618430" y="9041359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2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-4618430" y="9621967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k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 rot="5400000">
              <a:off x="-4042163" y="9383787"/>
              <a:ext cx="523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….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09" name="Google Shape;109;p1"/>
            <p:cNvCxnSpPr/>
            <p:nvPr/>
          </p:nvCxnSpPr>
          <p:spPr>
            <a:xfrm>
              <a:off x="-3331156" y="8751633"/>
              <a:ext cx="424543" cy="14386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10" name="Google Shape;110;p1"/>
            <p:cNvCxnSpPr/>
            <p:nvPr/>
          </p:nvCxnSpPr>
          <p:spPr>
            <a:xfrm>
              <a:off x="-3305857" y="916837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11" name="Google Shape;111;p1"/>
            <p:cNvCxnSpPr/>
            <p:nvPr/>
          </p:nvCxnSpPr>
          <p:spPr>
            <a:xfrm rot="10800000" flipH="1">
              <a:off x="-3264681" y="9716461"/>
              <a:ext cx="390703" cy="10213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12" name="Google Shape;112;p1"/>
            <p:cNvCxnSpPr/>
            <p:nvPr/>
          </p:nvCxnSpPr>
          <p:spPr>
            <a:xfrm>
              <a:off x="-5096111" y="916837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13" name="Google Shape;113;p1"/>
            <p:cNvCxnSpPr/>
            <p:nvPr/>
          </p:nvCxnSpPr>
          <p:spPr>
            <a:xfrm>
              <a:off x="-5081479" y="877063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14" name="Google Shape;114;p1"/>
            <p:cNvCxnSpPr/>
            <p:nvPr/>
          </p:nvCxnSpPr>
          <p:spPr>
            <a:xfrm>
              <a:off x="-5110982" y="976155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15" name="Google Shape;115;p1"/>
            <p:cNvSpPr/>
            <p:nvPr/>
          </p:nvSpPr>
          <p:spPr>
            <a:xfrm>
              <a:off x="-6314804" y="2333670"/>
              <a:ext cx="1136590" cy="1615155"/>
            </a:xfrm>
            <a:prstGeom prst="flowChartMagneticDisk">
              <a:avLst/>
            </a:prstGeom>
            <a:solidFill>
              <a:srgbClr val="BFBFB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Unlabled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Pool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 rot="-5400000">
              <a:off x="-3052550" y="2771455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-2825414" y="2826567"/>
              <a:ext cx="854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Text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-4647547" y="2570628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1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-4618430" y="2980729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2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-4618430" y="3561337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k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 rot="5400000">
              <a:off x="-4042163" y="3323157"/>
              <a:ext cx="523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….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22" name="Google Shape;122;p1"/>
            <p:cNvCxnSpPr/>
            <p:nvPr/>
          </p:nvCxnSpPr>
          <p:spPr>
            <a:xfrm>
              <a:off x="-3331156" y="2691003"/>
              <a:ext cx="424543" cy="14386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3" name="Google Shape;123;p1"/>
            <p:cNvCxnSpPr/>
            <p:nvPr/>
          </p:nvCxnSpPr>
          <p:spPr>
            <a:xfrm>
              <a:off x="-3305857" y="310774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4" name="Google Shape;124;p1"/>
            <p:cNvCxnSpPr/>
            <p:nvPr/>
          </p:nvCxnSpPr>
          <p:spPr>
            <a:xfrm rot="10800000" flipH="1">
              <a:off x="-3264681" y="3655831"/>
              <a:ext cx="390703" cy="10213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5" name="Google Shape;125;p1"/>
            <p:cNvCxnSpPr/>
            <p:nvPr/>
          </p:nvCxnSpPr>
          <p:spPr>
            <a:xfrm>
              <a:off x="-5096111" y="310774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6" name="Google Shape;126;p1"/>
            <p:cNvCxnSpPr/>
            <p:nvPr/>
          </p:nvCxnSpPr>
          <p:spPr>
            <a:xfrm>
              <a:off x="-5081479" y="271000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7" name="Google Shape;127;p1"/>
            <p:cNvCxnSpPr/>
            <p:nvPr/>
          </p:nvCxnSpPr>
          <p:spPr>
            <a:xfrm>
              <a:off x="-5110982" y="370092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8" name="Google Shape;128;p1"/>
            <p:cNvCxnSpPr/>
            <p:nvPr/>
          </p:nvCxnSpPr>
          <p:spPr>
            <a:xfrm>
              <a:off x="-1944525" y="3001916"/>
              <a:ext cx="1421184" cy="2694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9" name="Google Shape;129;p1"/>
            <p:cNvCxnSpPr/>
            <p:nvPr/>
          </p:nvCxnSpPr>
          <p:spPr>
            <a:xfrm rot="10800000" flipH="1">
              <a:off x="-1963575" y="3265599"/>
              <a:ext cx="1440234" cy="2179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0" name="Google Shape;130;p1"/>
            <p:cNvCxnSpPr/>
            <p:nvPr/>
          </p:nvCxnSpPr>
          <p:spPr>
            <a:xfrm>
              <a:off x="-5823917" y="3957129"/>
              <a:ext cx="2917200" cy="1777200"/>
            </a:xfrm>
            <a:prstGeom prst="bentConnector3">
              <a:avLst>
                <a:gd name="adj1" fmla="val 1678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1" name="Google Shape;131;p1"/>
            <p:cNvSpPr/>
            <p:nvPr/>
          </p:nvSpPr>
          <p:spPr>
            <a:xfrm rot="-5400000">
              <a:off x="-2983848" y="5307188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" name="Google Shape;132;p1"/>
            <p:cNvSpPr txBox="1"/>
            <p:nvPr/>
          </p:nvSpPr>
          <p:spPr>
            <a:xfrm>
              <a:off x="-2825414" y="5365145"/>
              <a:ext cx="854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33" name="Google Shape;133;p1"/>
            <p:cNvCxnSpPr/>
            <p:nvPr/>
          </p:nvCxnSpPr>
          <p:spPr>
            <a:xfrm>
              <a:off x="-1963575" y="3561337"/>
              <a:ext cx="1440234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4" name="Google Shape;134;p1"/>
            <p:cNvCxnSpPr>
              <a:stCxn id="131" idx="2"/>
            </p:cNvCxnSpPr>
            <p:nvPr/>
          </p:nvCxnSpPr>
          <p:spPr>
            <a:xfrm rot="10800000" flipH="1">
              <a:off x="-1928442" y="3846278"/>
              <a:ext cx="2064600" cy="1888200"/>
            </a:xfrm>
            <a:prstGeom prst="bentConnector3">
              <a:avLst>
                <a:gd name="adj1" fmla="val 100747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5" name="Google Shape;135;p1"/>
            <p:cNvSpPr txBox="1"/>
            <p:nvPr/>
          </p:nvSpPr>
          <p:spPr>
            <a:xfrm>
              <a:off x="-280553" y="3088787"/>
              <a:ext cx="905854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" name="Google Shape;136;p1"/>
            <p:cNvCxnSpPr/>
            <p:nvPr/>
          </p:nvCxnSpPr>
          <p:spPr>
            <a:xfrm rot="10800000" flipH="1">
              <a:off x="417785" y="3365785"/>
              <a:ext cx="760575" cy="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7" name="Google Shape;137;p1"/>
            <p:cNvSpPr/>
            <p:nvPr/>
          </p:nvSpPr>
          <p:spPr>
            <a:xfrm rot="-5400000">
              <a:off x="1201171" y="2889688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8" name="Google Shape;138;p1"/>
            <p:cNvSpPr txBox="1"/>
            <p:nvPr/>
          </p:nvSpPr>
          <p:spPr>
            <a:xfrm>
              <a:off x="1401997" y="3203945"/>
              <a:ext cx="8545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GMM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39" name="Google Shape;139;p1"/>
            <p:cNvCxnSpPr/>
            <p:nvPr/>
          </p:nvCxnSpPr>
          <p:spPr>
            <a:xfrm>
              <a:off x="2959017" y="2475195"/>
              <a:ext cx="0" cy="3163849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0" name="Google Shape;140;p1"/>
            <p:cNvSpPr/>
            <p:nvPr/>
          </p:nvSpPr>
          <p:spPr>
            <a:xfrm>
              <a:off x="4425789" y="2386625"/>
              <a:ext cx="1136590" cy="1615155"/>
            </a:xfrm>
            <a:prstGeom prst="flowChartMagneticDisk">
              <a:avLst/>
            </a:prstGeom>
            <a:solidFill>
              <a:srgbClr val="BFBFB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Unlabled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Pool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 rot="-5400000">
              <a:off x="7688043" y="2824410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2" name="Google Shape;142;p1"/>
            <p:cNvSpPr txBox="1"/>
            <p:nvPr/>
          </p:nvSpPr>
          <p:spPr>
            <a:xfrm>
              <a:off x="7915179" y="2879522"/>
              <a:ext cx="854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Text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6093046" y="2623583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1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6122163" y="3033684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2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6122163" y="3614292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k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6" name="Google Shape;146;p1"/>
            <p:cNvSpPr txBox="1"/>
            <p:nvPr/>
          </p:nvSpPr>
          <p:spPr>
            <a:xfrm rot="5400000">
              <a:off x="6698430" y="3376112"/>
              <a:ext cx="523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….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47" name="Google Shape;147;p1"/>
            <p:cNvCxnSpPr/>
            <p:nvPr/>
          </p:nvCxnSpPr>
          <p:spPr>
            <a:xfrm>
              <a:off x="7409437" y="2743958"/>
              <a:ext cx="424543" cy="14386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48" name="Google Shape;148;p1"/>
            <p:cNvCxnSpPr/>
            <p:nvPr/>
          </p:nvCxnSpPr>
          <p:spPr>
            <a:xfrm>
              <a:off x="7434736" y="3160700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49" name="Google Shape;149;p1"/>
            <p:cNvCxnSpPr/>
            <p:nvPr/>
          </p:nvCxnSpPr>
          <p:spPr>
            <a:xfrm rot="10800000" flipH="1">
              <a:off x="7475912" y="3708786"/>
              <a:ext cx="390703" cy="10213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50" name="Google Shape;150;p1"/>
            <p:cNvCxnSpPr/>
            <p:nvPr/>
          </p:nvCxnSpPr>
          <p:spPr>
            <a:xfrm>
              <a:off x="5644482" y="3160700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51" name="Google Shape;151;p1"/>
            <p:cNvCxnSpPr/>
            <p:nvPr/>
          </p:nvCxnSpPr>
          <p:spPr>
            <a:xfrm>
              <a:off x="5659114" y="2762960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52" name="Google Shape;152;p1"/>
            <p:cNvCxnSpPr/>
            <p:nvPr/>
          </p:nvCxnSpPr>
          <p:spPr>
            <a:xfrm>
              <a:off x="5629611" y="3753880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53" name="Google Shape;153;p1"/>
            <p:cNvCxnSpPr/>
            <p:nvPr/>
          </p:nvCxnSpPr>
          <p:spPr>
            <a:xfrm>
              <a:off x="4916676" y="4010084"/>
              <a:ext cx="2917200" cy="1777200"/>
            </a:xfrm>
            <a:prstGeom prst="bentConnector3">
              <a:avLst>
                <a:gd name="adj1" fmla="val 1678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54" name="Google Shape;154;p1"/>
            <p:cNvSpPr/>
            <p:nvPr/>
          </p:nvSpPr>
          <p:spPr>
            <a:xfrm rot="-5400000">
              <a:off x="7756745" y="5360143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5" name="Google Shape;155;p1"/>
            <p:cNvSpPr txBox="1"/>
            <p:nvPr/>
          </p:nvSpPr>
          <p:spPr>
            <a:xfrm>
              <a:off x="7915179" y="5418100"/>
              <a:ext cx="854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56" name="Google Shape;156;p1"/>
            <p:cNvCxnSpPr>
              <a:stCxn id="154" idx="2"/>
            </p:cNvCxnSpPr>
            <p:nvPr/>
          </p:nvCxnSpPr>
          <p:spPr>
            <a:xfrm rot="10800000" flipH="1">
              <a:off x="8812151" y="3899233"/>
              <a:ext cx="2064600" cy="1888200"/>
            </a:xfrm>
            <a:prstGeom prst="bentConnector3">
              <a:avLst>
                <a:gd name="adj1" fmla="val 100747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57" name="Google Shape;157;p1"/>
            <p:cNvSpPr txBox="1"/>
            <p:nvPr/>
          </p:nvSpPr>
          <p:spPr>
            <a:xfrm>
              <a:off x="10611742" y="3141247"/>
              <a:ext cx="905854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" name="Google Shape;158;p1"/>
            <p:cNvCxnSpPr/>
            <p:nvPr/>
          </p:nvCxnSpPr>
          <p:spPr>
            <a:xfrm rot="10800000" flipH="1">
              <a:off x="11076399" y="3412816"/>
              <a:ext cx="760575" cy="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59" name="Google Shape;159;p1"/>
            <p:cNvSpPr/>
            <p:nvPr/>
          </p:nvSpPr>
          <p:spPr>
            <a:xfrm rot="-5400000">
              <a:off x="11699467" y="2942643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0" name="Google Shape;160;p1"/>
            <p:cNvSpPr txBox="1"/>
            <p:nvPr/>
          </p:nvSpPr>
          <p:spPr>
            <a:xfrm>
              <a:off x="11900293" y="3141247"/>
              <a:ext cx="85458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Trained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GMM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61" name="Google Shape;161;p1"/>
            <p:cNvCxnSpPr/>
            <p:nvPr/>
          </p:nvCxnSpPr>
          <p:spPr>
            <a:xfrm>
              <a:off x="8869346" y="3250348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2" name="Google Shape;162;p1"/>
            <p:cNvCxnSpPr/>
            <p:nvPr/>
          </p:nvCxnSpPr>
          <p:spPr>
            <a:xfrm>
              <a:off x="8863941" y="2937688"/>
              <a:ext cx="424543" cy="14386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3" name="Google Shape;163;p1"/>
            <p:cNvSpPr/>
            <p:nvPr/>
          </p:nvSpPr>
          <p:spPr>
            <a:xfrm>
              <a:off x="9314793" y="2926937"/>
              <a:ext cx="1341690" cy="728894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Ensemble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64" name="Google Shape;164;p1"/>
            <p:cNvCxnSpPr/>
            <p:nvPr/>
          </p:nvCxnSpPr>
          <p:spPr>
            <a:xfrm rot="10800000" flipH="1">
              <a:off x="8892375" y="3444894"/>
              <a:ext cx="390703" cy="10213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5" name="Google Shape;165;p1"/>
            <p:cNvCxnSpPr>
              <a:endCxn id="166" idx="1"/>
            </p:cNvCxnSpPr>
            <p:nvPr/>
          </p:nvCxnSpPr>
          <p:spPr>
            <a:xfrm>
              <a:off x="12890607" y="3438006"/>
              <a:ext cx="720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6" name="Google Shape;166;p1"/>
            <p:cNvSpPr/>
            <p:nvPr/>
          </p:nvSpPr>
          <p:spPr>
            <a:xfrm>
              <a:off x="13610607" y="3106693"/>
              <a:ext cx="1939343" cy="662625"/>
            </a:xfrm>
            <a:prstGeom prst="rect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14014088" y="5464010"/>
              <a:ext cx="1279597" cy="127959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Oracle</a:t>
              </a: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68" name="Google Shape;168;p1"/>
            <p:cNvCxnSpPr>
              <a:stCxn id="167" idx="4"/>
              <a:endCxn id="86" idx="1"/>
            </p:cNvCxnSpPr>
            <p:nvPr/>
          </p:nvCxnSpPr>
          <p:spPr>
            <a:xfrm rot="5400000">
              <a:off x="3628436" y="-2631243"/>
              <a:ext cx="1650600" cy="20400300"/>
            </a:xfrm>
            <a:prstGeom prst="bentConnector3">
              <a:avLst>
                <a:gd name="adj1" fmla="val 55889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9" name="Google Shape;169;p1"/>
            <p:cNvCxnSpPr/>
            <p:nvPr/>
          </p:nvCxnSpPr>
          <p:spPr>
            <a:xfrm rot="10800000" flipH="1">
              <a:off x="436362" y="3642784"/>
              <a:ext cx="760575" cy="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70" name="Google Shape;170;p1"/>
            <p:cNvCxnSpPr/>
            <p:nvPr/>
          </p:nvCxnSpPr>
          <p:spPr>
            <a:xfrm rot="10800000" flipH="1">
              <a:off x="399125" y="3016227"/>
              <a:ext cx="760575" cy="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pic>
          <p:nvPicPr>
            <p:cNvPr id="171" name="Google Shape;171;p1" descr="절연된 화재 벡터 불에 대한 스톡 벡터 아트 및 기타 이미지 - 불, 불길, 이모티콘 - iStock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2612908" y="8175254"/>
              <a:ext cx="461431" cy="46143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2" name="Google Shape;172;p1"/>
            <p:cNvCxnSpPr/>
            <p:nvPr/>
          </p:nvCxnSpPr>
          <p:spPr>
            <a:xfrm>
              <a:off x="14520536" y="3826861"/>
              <a:ext cx="59742" cy="153828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73" name="Google Shape;173;p1"/>
            <p:cNvSpPr txBox="1"/>
            <p:nvPr/>
          </p:nvSpPr>
          <p:spPr>
            <a:xfrm>
              <a:off x="2256577" y="1951914"/>
              <a:ext cx="14993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Training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"/>
          <p:cNvGrpSpPr/>
          <p:nvPr/>
        </p:nvGrpSpPr>
        <p:grpSpPr>
          <a:xfrm>
            <a:off x="-739913" y="-3843880"/>
            <a:ext cx="14627362" cy="9318374"/>
            <a:chOff x="-739913" y="-3843880"/>
            <a:chExt cx="14627362" cy="9318374"/>
          </a:xfrm>
        </p:grpSpPr>
        <p:sp>
          <p:nvSpPr>
            <p:cNvPr id="179" name="Google Shape;179;p2"/>
            <p:cNvSpPr txBox="1"/>
            <p:nvPr/>
          </p:nvSpPr>
          <p:spPr>
            <a:xfrm>
              <a:off x="8745613" y="-1943566"/>
              <a:ext cx="1499372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Uncertainty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Sampling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-739913" y="931925"/>
              <a:ext cx="1136590" cy="1615155"/>
            </a:xfrm>
            <a:prstGeom prst="flowChartMagneticDisk">
              <a:avLst/>
            </a:prstGeom>
            <a:solidFill>
              <a:srgbClr val="BFBFB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Labled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Pool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81" name="Google Shape;181;p2"/>
            <p:cNvCxnSpPr/>
            <p:nvPr/>
          </p:nvCxnSpPr>
          <p:spPr>
            <a:xfrm>
              <a:off x="3612742" y="1801402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82" name="Google Shape;182;p2"/>
            <p:cNvSpPr/>
            <p:nvPr/>
          </p:nvSpPr>
          <p:spPr>
            <a:xfrm rot="-5400000">
              <a:off x="2522341" y="1369710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2749477" y="1424822"/>
              <a:ext cx="85457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Text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84" name="Google Shape;184;p2"/>
            <p:cNvCxnSpPr/>
            <p:nvPr/>
          </p:nvCxnSpPr>
          <p:spPr>
            <a:xfrm rot="10800000" flipH="1">
              <a:off x="6649611" y="3079406"/>
              <a:ext cx="760575" cy="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85" name="Google Shape;185;p2"/>
            <p:cNvSpPr/>
            <p:nvPr/>
          </p:nvSpPr>
          <p:spPr>
            <a:xfrm>
              <a:off x="7428054" y="2840155"/>
              <a:ext cx="1401511" cy="239251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normal</a:t>
              </a: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7428054" y="3088727"/>
              <a:ext cx="1401511" cy="23287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abnormal</a:t>
              </a: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87" name="Google Shape;187;p2"/>
            <p:cNvCxnSpPr/>
            <p:nvPr/>
          </p:nvCxnSpPr>
          <p:spPr>
            <a:xfrm>
              <a:off x="3607337" y="1488742"/>
              <a:ext cx="424543" cy="14386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88" name="Google Shape;188;p2"/>
            <p:cNvSpPr/>
            <p:nvPr/>
          </p:nvSpPr>
          <p:spPr>
            <a:xfrm>
              <a:off x="4058189" y="1477991"/>
              <a:ext cx="1341690" cy="728894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Ensemble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89" name="Google Shape;189;p2"/>
            <p:cNvCxnSpPr>
              <a:stCxn id="180" idx="3"/>
              <a:endCxn id="190" idx="1"/>
            </p:cNvCxnSpPr>
            <p:nvPr/>
          </p:nvCxnSpPr>
          <p:spPr>
            <a:xfrm rot="-5400000" flipH="1">
              <a:off x="1201782" y="1173680"/>
              <a:ext cx="1827600" cy="4574400"/>
            </a:xfrm>
            <a:prstGeom prst="bentConnector2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91" name="Google Shape;191;p2"/>
            <p:cNvSpPr/>
            <p:nvPr/>
          </p:nvSpPr>
          <p:spPr>
            <a:xfrm rot="-5400000">
              <a:off x="4244488" y="3947444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p2"/>
            <p:cNvSpPr txBox="1"/>
            <p:nvPr/>
          </p:nvSpPr>
          <p:spPr>
            <a:xfrm>
              <a:off x="4402922" y="4005401"/>
              <a:ext cx="85457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192" name="Google Shape;192;p2" descr="절연된 화재 벡터 불에 대한 스톡 벡터 아트 및 기타 이미지 - 불, 불길, 이모티콘 - iStock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88179" y="5013063"/>
              <a:ext cx="461431" cy="46143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3" name="Google Shape;193;p2"/>
            <p:cNvCxnSpPr/>
            <p:nvPr/>
          </p:nvCxnSpPr>
          <p:spPr>
            <a:xfrm rot="10800000">
              <a:off x="6440093" y="3214858"/>
              <a:ext cx="5114" cy="49192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4" name="Google Shape;194;p2"/>
            <p:cNvCxnSpPr/>
            <p:nvPr/>
          </p:nvCxnSpPr>
          <p:spPr>
            <a:xfrm flipH="1">
              <a:off x="6418895" y="2551147"/>
              <a:ext cx="2" cy="412593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95" name="Google Shape;195;p2"/>
            <p:cNvSpPr txBox="1"/>
            <p:nvPr/>
          </p:nvSpPr>
          <p:spPr>
            <a:xfrm>
              <a:off x="6265387" y="2894741"/>
              <a:ext cx="9058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" name="Google Shape;196;p2"/>
            <p:cNvCxnSpPr/>
            <p:nvPr/>
          </p:nvCxnSpPr>
          <p:spPr>
            <a:xfrm rot="10800000" flipH="1">
              <a:off x="8847433" y="3070050"/>
              <a:ext cx="760575" cy="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7" name="Google Shape;197;p2"/>
            <p:cNvCxnSpPr/>
            <p:nvPr/>
          </p:nvCxnSpPr>
          <p:spPr>
            <a:xfrm rot="10800000" flipH="1">
              <a:off x="3635771" y="1995948"/>
              <a:ext cx="390703" cy="10213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98" name="Google Shape;198;p2"/>
            <p:cNvSpPr/>
            <p:nvPr/>
          </p:nvSpPr>
          <p:spPr>
            <a:xfrm>
              <a:off x="927344" y="1168883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1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956461" y="1578984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2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956461" y="2159592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k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1" name="Google Shape;201;p2"/>
            <p:cNvSpPr txBox="1"/>
            <p:nvPr/>
          </p:nvSpPr>
          <p:spPr>
            <a:xfrm rot="5400000">
              <a:off x="1486590" y="1875185"/>
              <a:ext cx="5231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….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02" name="Google Shape;202;p2"/>
            <p:cNvCxnSpPr/>
            <p:nvPr/>
          </p:nvCxnSpPr>
          <p:spPr>
            <a:xfrm>
              <a:off x="2243735" y="1289258"/>
              <a:ext cx="424543" cy="14386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03" name="Google Shape;203;p2"/>
            <p:cNvCxnSpPr/>
            <p:nvPr/>
          </p:nvCxnSpPr>
          <p:spPr>
            <a:xfrm>
              <a:off x="2269034" y="1706000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04" name="Google Shape;204;p2"/>
            <p:cNvCxnSpPr/>
            <p:nvPr/>
          </p:nvCxnSpPr>
          <p:spPr>
            <a:xfrm rot="10800000" flipH="1">
              <a:off x="2310210" y="2254086"/>
              <a:ext cx="390703" cy="10213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05" name="Google Shape;205;p2"/>
            <p:cNvCxnSpPr/>
            <p:nvPr/>
          </p:nvCxnSpPr>
          <p:spPr>
            <a:xfrm>
              <a:off x="478780" y="1706000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06" name="Google Shape;206;p2"/>
            <p:cNvCxnSpPr/>
            <p:nvPr/>
          </p:nvCxnSpPr>
          <p:spPr>
            <a:xfrm>
              <a:off x="493412" y="1308260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07" name="Google Shape;207;p2"/>
            <p:cNvCxnSpPr/>
            <p:nvPr/>
          </p:nvCxnSpPr>
          <p:spPr>
            <a:xfrm>
              <a:off x="463909" y="2299180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08" name="Google Shape;208;p2"/>
            <p:cNvSpPr/>
            <p:nvPr/>
          </p:nvSpPr>
          <p:spPr>
            <a:xfrm>
              <a:off x="-587513" y="-3843880"/>
              <a:ext cx="1136590" cy="1615155"/>
            </a:xfrm>
            <a:prstGeom prst="flowChartMagneticDisk">
              <a:avLst/>
            </a:prstGeom>
            <a:solidFill>
              <a:srgbClr val="BFBFB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Unlabled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Pool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 rot="-5400000">
              <a:off x="2674741" y="-3406095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0" name="Google Shape;210;p2"/>
            <p:cNvSpPr txBox="1"/>
            <p:nvPr/>
          </p:nvSpPr>
          <p:spPr>
            <a:xfrm>
              <a:off x="2901877" y="-3350983"/>
              <a:ext cx="85457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Text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1079744" y="-3606922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1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1108861" y="-3196821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2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1108861" y="-2616213"/>
              <a:ext cx="1341690" cy="28487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k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4" name="Google Shape;214;p2"/>
            <p:cNvSpPr txBox="1"/>
            <p:nvPr/>
          </p:nvSpPr>
          <p:spPr>
            <a:xfrm rot="5400000">
              <a:off x="1638990" y="-2900620"/>
              <a:ext cx="5231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….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15" name="Google Shape;215;p2"/>
            <p:cNvCxnSpPr/>
            <p:nvPr/>
          </p:nvCxnSpPr>
          <p:spPr>
            <a:xfrm>
              <a:off x="2396135" y="-3486547"/>
              <a:ext cx="424543" cy="14386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16" name="Google Shape;216;p2"/>
            <p:cNvCxnSpPr/>
            <p:nvPr/>
          </p:nvCxnSpPr>
          <p:spPr>
            <a:xfrm>
              <a:off x="2421434" y="-306980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17" name="Google Shape;217;p2"/>
            <p:cNvCxnSpPr/>
            <p:nvPr/>
          </p:nvCxnSpPr>
          <p:spPr>
            <a:xfrm rot="10800000" flipH="1">
              <a:off x="2462610" y="-2521719"/>
              <a:ext cx="390703" cy="10213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18" name="Google Shape;218;p2"/>
            <p:cNvCxnSpPr/>
            <p:nvPr/>
          </p:nvCxnSpPr>
          <p:spPr>
            <a:xfrm>
              <a:off x="631180" y="-306980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19" name="Google Shape;219;p2"/>
            <p:cNvCxnSpPr/>
            <p:nvPr/>
          </p:nvCxnSpPr>
          <p:spPr>
            <a:xfrm>
              <a:off x="645812" y="-346754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0" name="Google Shape;220;p2"/>
            <p:cNvCxnSpPr/>
            <p:nvPr/>
          </p:nvCxnSpPr>
          <p:spPr>
            <a:xfrm>
              <a:off x="616309" y="-2476625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1" name="Google Shape;221;p2"/>
            <p:cNvCxnSpPr>
              <a:endCxn id="222" idx="1"/>
            </p:cNvCxnSpPr>
            <p:nvPr/>
          </p:nvCxnSpPr>
          <p:spPr>
            <a:xfrm>
              <a:off x="-19078" y="-2228732"/>
              <a:ext cx="4574400" cy="1990800"/>
            </a:xfrm>
            <a:prstGeom prst="bentConnector3">
              <a:avLst>
                <a:gd name="adj1" fmla="val -805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3" name="Google Shape;223;p2"/>
            <p:cNvCxnSpPr>
              <a:endCxn id="224" idx="1"/>
            </p:cNvCxnSpPr>
            <p:nvPr/>
          </p:nvCxnSpPr>
          <p:spPr>
            <a:xfrm rot="10800000" flipH="1">
              <a:off x="6718082" y="-1678728"/>
              <a:ext cx="1757400" cy="1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4" name="Google Shape;224;p2"/>
            <p:cNvSpPr/>
            <p:nvPr/>
          </p:nvSpPr>
          <p:spPr>
            <a:xfrm>
              <a:off x="8475482" y="-2010040"/>
              <a:ext cx="1939343" cy="662625"/>
            </a:xfrm>
            <a:prstGeom prst="rect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8824404" y="-858291"/>
              <a:ext cx="1279597" cy="127959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Oracle</a:t>
              </a: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26" name="Google Shape;226;p2"/>
            <p:cNvCxnSpPr>
              <a:stCxn id="224" idx="2"/>
              <a:endCxn id="225" idx="0"/>
            </p:cNvCxnSpPr>
            <p:nvPr/>
          </p:nvCxnSpPr>
          <p:spPr>
            <a:xfrm>
              <a:off x="9445154" y="-1347415"/>
              <a:ext cx="18900" cy="489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7" name="Google Shape;227;p2"/>
            <p:cNvCxnSpPr>
              <a:stCxn id="225" idx="4"/>
              <a:endCxn id="180" idx="1"/>
            </p:cNvCxnSpPr>
            <p:nvPr/>
          </p:nvCxnSpPr>
          <p:spPr>
            <a:xfrm rot="5400000">
              <a:off x="4391052" y="-4141244"/>
              <a:ext cx="510600" cy="9635700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pic>
          <p:nvPicPr>
            <p:cNvPr id="228" name="Google Shape;228;p2" descr="절연된 화재 벡터 불에 대한 스톡 벡터 아트 및 기타 이미지 - 불, 불길, 이모티콘 - iStock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990851" y="846402"/>
              <a:ext cx="461431" cy="461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"/>
            <p:cNvSpPr/>
            <p:nvPr/>
          </p:nvSpPr>
          <p:spPr>
            <a:xfrm rot="-5400000">
              <a:off x="5510274" y="1435149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0" name="Google Shape;230;p2"/>
            <p:cNvSpPr txBox="1"/>
            <p:nvPr/>
          </p:nvSpPr>
          <p:spPr>
            <a:xfrm>
              <a:off x="5711100" y="1481353"/>
              <a:ext cx="85458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Text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Adapter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31" name="Google Shape;231;p2"/>
            <p:cNvCxnSpPr>
              <a:stCxn id="188" idx="3"/>
              <a:endCxn id="230" idx="1"/>
            </p:cNvCxnSpPr>
            <p:nvPr/>
          </p:nvCxnSpPr>
          <p:spPr>
            <a:xfrm>
              <a:off x="5399879" y="1842438"/>
              <a:ext cx="311100" cy="8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32" name="Google Shape;232;p2"/>
            <p:cNvSpPr/>
            <p:nvPr/>
          </p:nvSpPr>
          <p:spPr>
            <a:xfrm rot="-5400000">
              <a:off x="5716423" y="4026082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3" name="Google Shape;233;p2"/>
            <p:cNvSpPr txBox="1"/>
            <p:nvPr/>
          </p:nvSpPr>
          <p:spPr>
            <a:xfrm>
              <a:off x="5917249" y="4072286"/>
              <a:ext cx="85458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Adapter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34" name="Google Shape;234;p2"/>
            <p:cNvCxnSpPr>
              <a:endCxn id="233" idx="1"/>
            </p:cNvCxnSpPr>
            <p:nvPr/>
          </p:nvCxnSpPr>
          <p:spPr>
            <a:xfrm>
              <a:off x="5399749" y="4437118"/>
              <a:ext cx="517500" cy="4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35" name="Google Shape;235;p2"/>
            <p:cNvSpPr txBox="1"/>
            <p:nvPr/>
          </p:nvSpPr>
          <p:spPr>
            <a:xfrm>
              <a:off x="9631890" y="2793051"/>
              <a:ext cx="4255559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CE or Contrastive loss </a:t>
              </a:r>
              <a:endParaRPr sz="3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4337586" y="-3377077"/>
              <a:ext cx="1341690" cy="728894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Ensemble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 rot="-5400000">
              <a:off x="5789671" y="-3419919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8" name="Google Shape;238;p2"/>
            <p:cNvSpPr txBox="1"/>
            <p:nvPr/>
          </p:nvSpPr>
          <p:spPr>
            <a:xfrm>
              <a:off x="5990497" y="-3373715"/>
              <a:ext cx="85458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Text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Adapter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39" name="Google Shape;239;p2"/>
            <p:cNvCxnSpPr>
              <a:stCxn id="236" idx="3"/>
              <a:endCxn id="238" idx="1"/>
            </p:cNvCxnSpPr>
            <p:nvPr/>
          </p:nvCxnSpPr>
          <p:spPr>
            <a:xfrm>
              <a:off x="5679276" y="-3012630"/>
              <a:ext cx="311100" cy="8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40" name="Google Shape;240;p2"/>
            <p:cNvSpPr/>
            <p:nvPr/>
          </p:nvSpPr>
          <p:spPr>
            <a:xfrm rot="-5400000">
              <a:off x="4396888" y="-665221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2" name="Google Shape;222;p2"/>
            <p:cNvSpPr txBox="1"/>
            <p:nvPr/>
          </p:nvSpPr>
          <p:spPr>
            <a:xfrm>
              <a:off x="4555322" y="-607264"/>
              <a:ext cx="85457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 rot="-5400000">
              <a:off x="5868823" y="-586583"/>
              <a:ext cx="1256232" cy="854579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2" name="Google Shape;242;p2"/>
            <p:cNvSpPr txBox="1"/>
            <p:nvPr/>
          </p:nvSpPr>
          <p:spPr>
            <a:xfrm>
              <a:off x="6069649" y="-540379"/>
              <a:ext cx="85458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Adapter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43" name="Google Shape;243;p2"/>
            <p:cNvCxnSpPr>
              <a:endCxn id="242" idx="1"/>
            </p:cNvCxnSpPr>
            <p:nvPr/>
          </p:nvCxnSpPr>
          <p:spPr>
            <a:xfrm>
              <a:off x="5552149" y="-175547"/>
              <a:ext cx="517500" cy="4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44" name="Google Shape;244;p2"/>
            <p:cNvCxnSpPr/>
            <p:nvPr/>
          </p:nvCxnSpPr>
          <p:spPr>
            <a:xfrm>
              <a:off x="3878513" y="-2950453"/>
              <a:ext cx="413732" cy="2847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45" name="Google Shape;245;p2"/>
            <p:cNvCxnSpPr/>
            <p:nvPr/>
          </p:nvCxnSpPr>
          <p:spPr>
            <a:xfrm>
              <a:off x="3873108" y="-3263113"/>
              <a:ext cx="424543" cy="14386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46" name="Google Shape;246;p2"/>
            <p:cNvCxnSpPr/>
            <p:nvPr/>
          </p:nvCxnSpPr>
          <p:spPr>
            <a:xfrm rot="10800000" flipH="1">
              <a:off x="3901542" y="-2755907"/>
              <a:ext cx="390703" cy="10213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47" name="Google Shape;247;p2"/>
            <p:cNvCxnSpPr/>
            <p:nvPr/>
          </p:nvCxnSpPr>
          <p:spPr>
            <a:xfrm rot="10800000">
              <a:off x="6417787" y="-1478817"/>
              <a:ext cx="5114" cy="49192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48" name="Google Shape;248;p2"/>
            <p:cNvCxnSpPr/>
            <p:nvPr/>
          </p:nvCxnSpPr>
          <p:spPr>
            <a:xfrm flipH="1">
              <a:off x="6373966" y="-2323779"/>
              <a:ext cx="2" cy="412593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49" name="Google Shape;249;p2"/>
            <p:cNvSpPr txBox="1"/>
            <p:nvPr/>
          </p:nvSpPr>
          <p:spPr>
            <a:xfrm>
              <a:off x="6208003" y="-1889433"/>
              <a:ext cx="9058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"/>
            <p:cNvSpPr txBox="1"/>
            <p:nvPr/>
          </p:nvSpPr>
          <p:spPr>
            <a:xfrm>
              <a:off x="6529311" y="-1414353"/>
              <a:ext cx="19461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MC Dropout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1" name="Google Shape;251;p2"/>
            <p:cNvSpPr txBox="1"/>
            <p:nvPr/>
          </p:nvSpPr>
          <p:spPr>
            <a:xfrm>
              <a:off x="6529311" y="-2404821"/>
              <a:ext cx="19461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MC Dropout</a:t>
              </a: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b062ebdb16_0_0"/>
          <p:cNvSpPr txBox="1"/>
          <p:nvPr/>
        </p:nvSpPr>
        <p:spPr>
          <a:xfrm>
            <a:off x="9434726" y="2094292"/>
            <a:ext cx="70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2b062ebdb16_0_0"/>
          <p:cNvSpPr/>
          <p:nvPr/>
        </p:nvSpPr>
        <p:spPr>
          <a:xfrm>
            <a:off x="121875" y="490300"/>
            <a:ext cx="1417500" cy="1364850"/>
          </a:xfrm>
          <a:prstGeom prst="flowChartMagneticDisk">
            <a:avLst/>
          </a:prstGeom>
          <a:solidFill>
            <a:srgbClr val="BFBFB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abeled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Pool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g2b062ebdb16_0_0"/>
          <p:cNvSpPr/>
          <p:nvPr/>
        </p:nvSpPr>
        <p:spPr>
          <a:xfrm rot="-5400000">
            <a:off x="3858652" y="551438"/>
            <a:ext cx="1536925" cy="1242575"/>
          </a:xfrm>
          <a:prstGeom prst="flowChartManualOperation">
            <a:avLst/>
          </a:prstGeom>
          <a:solidFill>
            <a:srgbClr val="F4B08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g2b062ebdb16_0_0"/>
          <p:cNvSpPr/>
          <p:nvPr/>
        </p:nvSpPr>
        <p:spPr>
          <a:xfrm>
            <a:off x="2078850" y="450325"/>
            <a:ext cx="1387500" cy="2739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 1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g2b062ebdb16_0_0"/>
          <p:cNvSpPr/>
          <p:nvPr/>
        </p:nvSpPr>
        <p:spPr>
          <a:xfrm>
            <a:off x="2078839" y="844522"/>
            <a:ext cx="1387500" cy="2739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 2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g2b062ebdb16_0_0"/>
          <p:cNvSpPr/>
          <p:nvPr/>
        </p:nvSpPr>
        <p:spPr>
          <a:xfrm>
            <a:off x="2078839" y="1621220"/>
            <a:ext cx="1387500" cy="2739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 k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g2b062ebdb16_0_0"/>
          <p:cNvSpPr txBox="1"/>
          <p:nvPr/>
        </p:nvSpPr>
        <p:spPr>
          <a:xfrm rot="5400000">
            <a:off x="2558716" y="1208284"/>
            <a:ext cx="502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g2b062ebdb16_0_0"/>
          <p:cNvSpPr/>
          <p:nvPr/>
        </p:nvSpPr>
        <p:spPr>
          <a:xfrm>
            <a:off x="5612250" y="898088"/>
            <a:ext cx="2184300" cy="5493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 Ensemble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g2b062ebdb16_0_0"/>
          <p:cNvSpPr txBox="1"/>
          <p:nvPr/>
        </p:nvSpPr>
        <p:spPr>
          <a:xfrm>
            <a:off x="4007799" y="780175"/>
            <a:ext cx="1232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Text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5" name="Google Shape;265;g2b062ebdb16_0_0"/>
          <p:cNvCxnSpPr>
            <a:stCxn id="257" idx="4"/>
            <a:endCxn id="259" idx="1"/>
          </p:cNvCxnSpPr>
          <p:nvPr/>
        </p:nvCxnSpPr>
        <p:spPr>
          <a:xfrm rot="10800000" flipH="1">
            <a:off x="1539375" y="587125"/>
            <a:ext cx="539400" cy="585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6" name="Google Shape;266;g2b062ebdb16_0_0"/>
          <p:cNvCxnSpPr>
            <a:stCxn id="257" idx="4"/>
            <a:endCxn id="260" idx="1"/>
          </p:cNvCxnSpPr>
          <p:nvPr/>
        </p:nvCxnSpPr>
        <p:spPr>
          <a:xfrm rot="10800000" flipH="1">
            <a:off x="1539375" y="981325"/>
            <a:ext cx="539400" cy="1914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7" name="Google Shape;267;g2b062ebdb16_0_0"/>
          <p:cNvCxnSpPr>
            <a:stCxn id="257" idx="4"/>
            <a:endCxn id="261" idx="1"/>
          </p:cNvCxnSpPr>
          <p:nvPr/>
        </p:nvCxnSpPr>
        <p:spPr>
          <a:xfrm>
            <a:off x="1539375" y="1172725"/>
            <a:ext cx="539400" cy="5853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8" name="Google Shape;268;g2b062ebdb16_0_0"/>
          <p:cNvSpPr/>
          <p:nvPr/>
        </p:nvSpPr>
        <p:spPr>
          <a:xfrm rot="-5400000">
            <a:off x="3858652" y="2810075"/>
            <a:ext cx="1536925" cy="1242575"/>
          </a:xfrm>
          <a:prstGeom prst="flowChartManualOperation">
            <a:avLst/>
          </a:prstGeom>
          <a:solidFill>
            <a:srgbClr val="F4B08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g2b062ebdb16_0_0"/>
          <p:cNvSpPr txBox="1"/>
          <p:nvPr/>
        </p:nvSpPr>
        <p:spPr>
          <a:xfrm>
            <a:off x="4007799" y="3038813"/>
            <a:ext cx="1232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0" name="Google Shape;270;g2b062ebdb16_0_0"/>
          <p:cNvCxnSpPr>
            <a:stCxn id="257" idx="3"/>
            <a:endCxn id="269" idx="1"/>
          </p:cNvCxnSpPr>
          <p:nvPr/>
        </p:nvCxnSpPr>
        <p:spPr>
          <a:xfrm rot="-5400000" flipH="1">
            <a:off x="1631175" y="1054600"/>
            <a:ext cx="1576200" cy="31773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1" name="Google Shape;271;g2b062ebdb16_0_0"/>
          <p:cNvCxnSpPr>
            <a:stCxn id="272" idx="3"/>
          </p:cNvCxnSpPr>
          <p:nvPr/>
        </p:nvCxnSpPr>
        <p:spPr>
          <a:xfrm>
            <a:off x="9394474" y="1172713"/>
            <a:ext cx="1128900" cy="1068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" name="Google Shape;273;g2b062ebdb16_0_0"/>
          <p:cNvCxnSpPr>
            <a:stCxn id="264" idx="3"/>
            <a:endCxn id="263" idx="1"/>
          </p:cNvCxnSpPr>
          <p:nvPr/>
        </p:nvCxnSpPr>
        <p:spPr>
          <a:xfrm>
            <a:off x="5239899" y="1172725"/>
            <a:ext cx="37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4" name="Google Shape;274;g2b062ebdb16_0_0"/>
          <p:cNvSpPr/>
          <p:nvPr/>
        </p:nvSpPr>
        <p:spPr>
          <a:xfrm rot="-5400000">
            <a:off x="8013227" y="551425"/>
            <a:ext cx="1536925" cy="1242575"/>
          </a:xfrm>
          <a:prstGeom prst="flowChartManualOperation">
            <a:avLst/>
          </a:prstGeom>
          <a:solidFill>
            <a:srgbClr val="E69138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g2b062ebdb16_0_0"/>
          <p:cNvSpPr txBox="1"/>
          <p:nvPr/>
        </p:nvSpPr>
        <p:spPr>
          <a:xfrm>
            <a:off x="8162374" y="780163"/>
            <a:ext cx="1232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Text finetuning model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5" name="Google Shape;275;g2b062ebdb16_0_0"/>
          <p:cNvCxnSpPr>
            <a:stCxn id="263" idx="3"/>
            <a:endCxn id="272" idx="1"/>
          </p:cNvCxnSpPr>
          <p:nvPr/>
        </p:nvCxnSpPr>
        <p:spPr>
          <a:xfrm>
            <a:off x="7796550" y="1172738"/>
            <a:ext cx="36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6" name="Google Shape;276;g2b062ebdb16_0_0"/>
          <p:cNvCxnSpPr>
            <a:stCxn id="269" idx="3"/>
            <a:endCxn id="277" idx="1"/>
          </p:cNvCxnSpPr>
          <p:nvPr/>
        </p:nvCxnSpPr>
        <p:spPr>
          <a:xfrm>
            <a:off x="5239899" y="3431363"/>
            <a:ext cx="292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8" name="Google Shape;278;g2b062ebdb16_0_0"/>
          <p:cNvSpPr/>
          <p:nvPr/>
        </p:nvSpPr>
        <p:spPr>
          <a:xfrm rot="-5400000">
            <a:off x="8013227" y="2810075"/>
            <a:ext cx="1536925" cy="1242575"/>
          </a:xfrm>
          <a:prstGeom prst="flowChartManualOperation">
            <a:avLst/>
          </a:prstGeom>
          <a:solidFill>
            <a:srgbClr val="E69138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g2b062ebdb16_0_0"/>
          <p:cNvSpPr txBox="1"/>
          <p:nvPr/>
        </p:nvSpPr>
        <p:spPr>
          <a:xfrm>
            <a:off x="8162374" y="3038813"/>
            <a:ext cx="1232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finetuning model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9" name="Google Shape;279;g2b062ebdb16_0_0" descr="절연된 화재 벡터 불에 대한 스톡 벡터 아트 및 기타 이미지 - 불, 불길, 이모티콘 - i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3051" y="132027"/>
            <a:ext cx="461431" cy="461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2b062ebdb16_0_0" descr="절연된 화재 벡터 불에 대한 스톡 벡터 아트 및 기타 이미지 - 불, 불길, 이모티콘 - i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3051" y="2361752"/>
            <a:ext cx="461431" cy="46143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2b062ebdb16_0_0"/>
          <p:cNvSpPr txBox="1"/>
          <p:nvPr/>
        </p:nvSpPr>
        <p:spPr>
          <a:xfrm>
            <a:off x="7246981" y="2140492"/>
            <a:ext cx="1803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>
                <a:solidFill>
                  <a:schemeClr val="dk1"/>
                </a:solidFill>
                <a:highlight>
                  <a:schemeClr val="accent4"/>
                </a:highlight>
                <a:latin typeface="Malgun Gothic"/>
                <a:ea typeface="Malgun Gothic"/>
                <a:cs typeface="Malgun Gothic"/>
                <a:sym typeface="Malgun Gothic"/>
              </a:rPr>
              <a:t>Cosine Similarity</a:t>
            </a:r>
            <a:endParaRPr sz="1500" b="1" i="0" u="none" strike="noStrike" cap="none">
              <a:solidFill>
                <a:schemeClr val="dk1"/>
              </a:solidFill>
              <a:highlight>
                <a:schemeClr val="accent4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2" name="Google Shape;282;g2b062ebdb16_0_0"/>
          <p:cNvCxnSpPr/>
          <p:nvPr/>
        </p:nvCxnSpPr>
        <p:spPr>
          <a:xfrm rot="10800000">
            <a:off x="3466425" y="587263"/>
            <a:ext cx="539400" cy="585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" name="Google Shape;283;g2b062ebdb16_0_0"/>
          <p:cNvCxnSpPr/>
          <p:nvPr/>
        </p:nvCxnSpPr>
        <p:spPr>
          <a:xfrm rot="10800000">
            <a:off x="3466425" y="981463"/>
            <a:ext cx="539400" cy="1914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4" name="Google Shape;284;g2b062ebdb16_0_0"/>
          <p:cNvCxnSpPr/>
          <p:nvPr/>
        </p:nvCxnSpPr>
        <p:spPr>
          <a:xfrm flipH="1">
            <a:off x="3466425" y="1172863"/>
            <a:ext cx="539400" cy="5853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85" name="Google Shape;285;g2b062ebdb16_0_0"/>
          <p:cNvGrpSpPr/>
          <p:nvPr/>
        </p:nvGrpSpPr>
        <p:grpSpPr>
          <a:xfrm>
            <a:off x="10525670" y="2038758"/>
            <a:ext cx="932349" cy="406324"/>
            <a:chOff x="7428054" y="2840155"/>
            <a:chExt cx="1401608" cy="481369"/>
          </a:xfrm>
        </p:grpSpPr>
        <p:sp>
          <p:nvSpPr>
            <p:cNvPr id="286" name="Google Shape;286;g2b062ebdb16_0_0"/>
            <p:cNvSpPr/>
            <p:nvPr/>
          </p:nvSpPr>
          <p:spPr>
            <a:xfrm>
              <a:off x="7428054" y="2840155"/>
              <a:ext cx="1401600" cy="2394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normal</a:t>
              </a:r>
              <a:endParaRPr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7" name="Google Shape;287;g2b062ebdb16_0_0"/>
            <p:cNvSpPr/>
            <p:nvPr/>
          </p:nvSpPr>
          <p:spPr>
            <a:xfrm>
              <a:off x="7428062" y="3088724"/>
              <a:ext cx="1401600" cy="232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abnormal</a:t>
              </a:r>
              <a:endParaRPr sz="1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88" name="Google Shape;288;g2b062ebdb16_0_0"/>
          <p:cNvSpPr txBox="1"/>
          <p:nvPr/>
        </p:nvSpPr>
        <p:spPr>
          <a:xfrm>
            <a:off x="11707316" y="2080363"/>
            <a:ext cx="425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CE </a:t>
            </a:r>
            <a:endParaRPr sz="15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9" name="Google Shape;289;g2b062ebdb16_0_0"/>
          <p:cNvCxnSpPr/>
          <p:nvPr/>
        </p:nvCxnSpPr>
        <p:spPr>
          <a:xfrm>
            <a:off x="11458025" y="2241913"/>
            <a:ext cx="24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0" name="Google Shape;290;g2b062ebdb16_0_0"/>
          <p:cNvCxnSpPr/>
          <p:nvPr/>
        </p:nvCxnSpPr>
        <p:spPr>
          <a:xfrm rot="10800000" flipH="1">
            <a:off x="9394375" y="2242725"/>
            <a:ext cx="1131300" cy="1188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-1732325" y="377619"/>
            <a:ext cx="13982837" cy="6070299"/>
            <a:chOff x="-1732325" y="377619"/>
            <a:chExt cx="13982837" cy="6070299"/>
          </a:xfrm>
        </p:grpSpPr>
        <p:sp>
          <p:nvSpPr>
            <p:cNvPr id="296" name="Google Shape;296;g2b062ebdb16_1_1"/>
            <p:cNvSpPr txBox="1"/>
            <p:nvPr/>
          </p:nvSpPr>
          <p:spPr>
            <a:xfrm>
              <a:off x="9989112" y="3823913"/>
              <a:ext cx="2261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 dirty="0">
                  <a:solidFill>
                    <a:schemeClr val="dk1"/>
                  </a:solidFill>
                  <a:highlight>
                    <a:schemeClr val="accent4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Uncertainty</a:t>
              </a:r>
              <a:r>
                <a:rPr lang="en-US" sz="1500" b="1" i="0" u="none" strike="noStrike" cap="none" dirty="0">
                  <a:solidFill>
                    <a:srgbClr val="000000"/>
                  </a:solidFill>
                  <a:highlight>
                    <a:schemeClr val="accent4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00" b="1" i="0" u="none" strike="noStrike" cap="none" dirty="0">
                  <a:solidFill>
                    <a:schemeClr val="dk1"/>
                  </a:solidFill>
                  <a:highlight>
                    <a:schemeClr val="accent4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Sampling</a:t>
              </a:r>
              <a:endParaRPr sz="1500" b="1" i="0" u="none" strike="noStrike" cap="none" dirty="0">
                <a:solidFill>
                  <a:schemeClr val="dk1"/>
                </a:solidFill>
                <a:highlight>
                  <a:schemeClr val="accent4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7" name="Google Shape;297;g2b062ebdb16_1_1"/>
            <p:cNvSpPr/>
            <p:nvPr/>
          </p:nvSpPr>
          <p:spPr>
            <a:xfrm>
              <a:off x="349549" y="5435518"/>
              <a:ext cx="962150" cy="1012400"/>
            </a:xfrm>
            <a:prstGeom prst="flowChartMagneticDisk">
              <a:avLst/>
            </a:prstGeom>
            <a:solidFill>
              <a:srgbClr val="BFBFB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Labeled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Pool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8" name="Google Shape;298;g2b062ebdb16_1_1"/>
            <p:cNvSpPr txBox="1"/>
            <p:nvPr/>
          </p:nvSpPr>
          <p:spPr>
            <a:xfrm>
              <a:off x="9434726" y="2094292"/>
              <a:ext cx="70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2b062ebdb16_1_1"/>
            <p:cNvSpPr/>
            <p:nvPr/>
          </p:nvSpPr>
          <p:spPr>
            <a:xfrm>
              <a:off x="-1732325" y="490300"/>
              <a:ext cx="1417500" cy="1364850"/>
            </a:xfrm>
            <a:prstGeom prst="flowChartMagneticDisk">
              <a:avLst/>
            </a:prstGeom>
            <a:solidFill>
              <a:srgbClr val="BFBFB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Unlabeled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Pool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0" name="Google Shape;300;g2b062ebdb16_1_1"/>
            <p:cNvSpPr/>
            <p:nvPr/>
          </p:nvSpPr>
          <p:spPr>
            <a:xfrm rot="16200000">
              <a:off x="2004452" y="551438"/>
              <a:ext cx="1536925" cy="1242575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1" name="Google Shape;301;g2b062ebdb16_1_1"/>
            <p:cNvSpPr/>
            <p:nvPr/>
          </p:nvSpPr>
          <p:spPr>
            <a:xfrm>
              <a:off x="224650" y="450325"/>
              <a:ext cx="1387500" cy="2739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1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2" name="Google Shape;302;g2b062ebdb16_1_1"/>
            <p:cNvSpPr/>
            <p:nvPr/>
          </p:nvSpPr>
          <p:spPr>
            <a:xfrm>
              <a:off x="224639" y="844522"/>
              <a:ext cx="1387500" cy="2739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2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3" name="Google Shape;303;g2b062ebdb16_1_1"/>
            <p:cNvSpPr/>
            <p:nvPr/>
          </p:nvSpPr>
          <p:spPr>
            <a:xfrm>
              <a:off x="224639" y="1621220"/>
              <a:ext cx="1387500" cy="2739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k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4" name="Google Shape;304;g2b062ebdb16_1_1"/>
            <p:cNvSpPr txBox="1"/>
            <p:nvPr/>
          </p:nvSpPr>
          <p:spPr>
            <a:xfrm rot="5400000">
              <a:off x="704516" y="1208284"/>
              <a:ext cx="502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5" name="Google Shape;305;g2b062ebdb16_1_1"/>
            <p:cNvSpPr/>
            <p:nvPr/>
          </p:nvSpPr>
          <p:spPr>
            <a:xfrm>
              <a:off x="7470246" y="879925"/>
              <a:ext cx="2184300" cy="5493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Ensemble</a:t>
              </a:r>
              <a:endParaRPr sz="18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6" name="Google Shape;306;g2b062ebdb16_1_1"/>
            <p:cNvSpPr txBox="1"/>
            <p:nvPr/>
          </p:nvSpPr>
          <p:spPr>
            <a:xfrm>
              <a:off x="2153599" y="780175"/>
              <a:ext cx="12321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Text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07" name="Google Shape;307;g2b062ebdb16_1_1"/>
            <p:cNvCxnSpPr>
              <a:stCxn id="299" idx="4"/>
              <a:endCxn id="301" idx="1"/>
            </p:cNvCxnSpPr>
            <p:nvPr/>
          </p:nvCxnSpPr>
          <p:spPr>
            <a:xfrm rot="10800000" flipH="1">
              <a:off x="-314825" y="587125"/>
              <a:ext cx="539400" cy="585600"/>
            </a:xfrm>
            <a:prstGeom prst="bentConnector3">
              <a:avLst>
                <a:gd name="adj1" fmla="val 5000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08" name="Google Shape;308;g2b062ebdb16_1_1"/>
            <p:cNvCxnSpPr>
              <a:stCxn id="299" idx="4"/>
              <a:endCxn id="302" idx="1"/>
            </p:cNvCxnSpPr>
            <p:nvPr/>
          </p:nvCxnSpPr>
          <p:spPr>
            <a:xfrm rot="10800000" flipH="1">
              <a:off x="-314825" y="981325"/>
              <a:ext cx="539400" cy="1914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09" name="Google Shape;309;g2b062ebdb16_1_1"/>
            <p:cNvCxnSpPr>
              <a:stCxn id="299" idx="4"/>
              <a:endCxn id="303" idx="1"/>
            </p:cNvCxnSpPr>
            <p:nvPr/>
          </p:nvCxnSpPr>
          <p:spPr>
            <a:xfrm>
              <a:off x="-314825" y="1172725"/>
              <a:ext cx="539400" cy="5853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10" name="Google Shape;310;g2b062ebdb16_1_1"/>
            <p:cNvSpPr/>
            <p:nvPr/>
          </p:nvSpPr>
          <p:spPr>
            <a:xfrm rot="16200000">
              <a:off x="3858652" y="2810075"/>
              <a:ext cx="1536925" cy="1242575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1" name="Google Shape;311;g2b062ebdb16_1_1"/>
            <p:cNvSpPr txBox="1"/>
            <p:nvPr/>
          </p:nvSpPr>
          <p:spPr>
            <a:xfrm>
              <a:off x="4007799" y="3038813"/>
              <a:ext cx="12321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12" name="Google Shape;312;g2b062ebdb16_1_1"/>
            <p:cNvCxnSpPr>
              <a:stCxn id="299" idx="3"/>
              <a:endCxn id="311" idx="1"/>
            </p:cNvCxnSpPr>
            <p:nvPr/>
          </p:nvCxnSpPr>
          <p:spPr>
            <a:xfrm rot="16200000" flipH="1">
              <a:off x="704006" y="127569"/>
              <a:ext cx="1576213" cy="5031374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3" name="Google Shape;313;g2b062ebdb16_1_1"/>
            <p:cNvCxnSpPr>
              <a:stCxn id="305" idx="3"/>
              <a:endCxn id="315" idx="1"/>
            </p:cNvCxnSpPr>
            <p:nvPr/>
          </p:nvCxnSpPr>
          <p:spPr>
            <a:xfrm>
              <a:off x="9654546" y="1154575"/>
              <a:ext cx="563385" cy="1147467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6" name="Google Shape;316;g2b062ebdb16_1_1"/>
            <p:cNvCxnSpPr>
              <a:stCxn id="314" idx="3"/>
              <a:endCxn id="305" idx="1"/>
            </p:cNvCxnSpPr>
            <p:nvPr/>
          </p:nvCxnSpPr>
          <p:spPr>
            <a:xfrm>
              <a:off x="7100300" y="1146082"/>
              <a:ext cx="369946" cy="849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" name="그룹 1"/>
            <p:cNvGrpSpPr/>
            <p:nvPr/>
          </p:nvGrpSpPr>
          <p:grpSpPr>
            <a:xfrm>
              <a:off x="5866228" y="377619"/>
              <a:ext cx="1242575" cy="1536925"/>
              <a:chOff x="8160402" y="404250"/>
              <a:chExt cx="1242575" cy="1536925"/>
            </a:xfrm>
          </p:grpSpPr>
          <p:sp>
            <p:nvSpPr>
              <p:cNvPr id="317" name="Google Shape;317;g2b062ebdb16_1_1"/>
              <p:cNvSpPr/>
              <p:nvPr/>
            </p:nvSpPr>
            <p:spPr>
              <a:xfrm rot="16200000">
                <a:off x="8013227" y="551425"/>
                <a:ext cx="1536925" cy="1242575"/>
              </a:xfrm>
              <a:prstGeom prst="flowChartManualOperation">
                <a:avLst/>
              </a:prstGeom>
              <a:solidFill>
                <a:srgbClr val="E69138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14" name="Google Shape;314;g2b062ebdb16_1_1"/>
              <p:cNvSpPr txBox="1"/>
              <p:nvPr/>
            </p:nvSpPr>
            <p:spPr>
              <a:xfrm>
                <a:off x="8162374" y="780163"/>
                <a:ext cx="1232100" cy="78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0" i="0" u="none" strike="noStrike" cap="none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Text </a:t>
                </a:r>
                <a:r>
                  <a:rPr lang="en-US" sz="1500" b="0" i="0" u="none" strike="noStrike" cap="none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finetuning</a:t>
                </a:r>
                <a:r>
                  <a:rPr lang="en-US" sz="1500" b="0" i="0" u="none" strike="noStrike" cap="none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model</a:t>
                </a:r>
                <a:endParaRPr sz="15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319" name="Google Shape;319;g2b062ebdb16_1_1"/>
            <p:cNvCxnSpPr>
              <a:stCxn id="311" idx="3"/>
              <a:endCxn id="320" idx="1"/>
            </p:cNvCxnSpPr>
            <p:nvPr/>
          </p:nvCxnSpPr>
          <p:spPr>
            <a:xfrm>
              <a:off x="5239899" y="3431363"/>
              <a:ext cx="2922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21" name="Google Shape;321;g2b062ebdb16_1_1"/>
            <p:cNvSpPr/>
            <p:nvPr/>
          </p:nvSpPr>
          <p:spPr>
            <a:xfrm rot="16200000">
              <a:off x="8013227" y="2810075"/>
              <a:ext cx="1536925" cy="1242575"/>
            </a:xfrm>
            <a:prstGeom prst="flowChartManualOperation">
              <a:avLst/>
            </a:prstGeom>
            <a:solidFill>
              <a:srgbClr val="E69138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0" name="Google Shape;320;g2b062ebdb16_1_1"/>
            <p:cNvSpPr txBox="1"/>
            <p:nvPr/>
          </p:nvSpPr>
          <p:spPr>
            <a:xfrm>
              <a:off x="8162374" y="3038813"/>
              <a:ext cx="12321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 </a:t>
              </a: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finetuning model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2" name="Google Shape;322;g2b062ebdb16_1_1"/>
            <p:cNvSpPr/>
            <p:nvPr/>
          </p:nvSpPr>
          <p:spPr>
            <a:xfrm>
              <a:off x="10525799" y="5344060"/>
              <a:ext cx="1097400" cy="10974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Oracle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5" name="Google Shape;315;g2b062ebdb16_1_1"/>
            <p:cNvSpPr txBox="1"/>
            <p:nvPr/>
          </p:nvSpPr>
          <p:spPr>
            <a:xfrm>
              <a:off x="10217931" y="2140492"/>
              <a:ext cx="180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highlight>
                    <a:schemeClr val="accent4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Anomaly score</a:t>
              </a:r>
              <a:endParaRPr sz="1500" b="1" i="0" u="none" strike="noStrike" cap="none">
                <a:solidFill>
                  <a:schemeClr val="dk1"/>
                </a:solidFill>
                <a:highlight>
                  <a:schemeClr val="accent4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23" name="Google Shape;323;g2b062ebdb16_1_1"/>
            <p:cNvCxnSpPr/>
            <p:nvPr/>
          </p:nvCxnSpPr>
          <p:spPr>
            <a:xfrm flipH="1">
              <a:off x="11067599" y="2662899"/>
              <a:ext cx="6900" cy="11187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324" name="Google Shape;324;g2b062ebdb16_1_1"/>
            <p:cNvCxnSpPr/>
            <p:nvPr/>
          </p:nvCxnSpPr>
          <p:spPr>
            <a:xfrm>
              <a:off x="11074499" y="4212662"/>
              <a:ext cx="0" cy="10008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325" name="Google Shape;325;g2b062ebdb16_1_1"/>
            <p:cNvCxnSpPr/>
            <p:nvPr/>
          </p:nvCxnSpPr>
          <p:spPr>
            <a:xfrm flipH="1">
              <a:off x="1809013" y="5954990"/>
              <a:ext cx="8180100" cy="120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326" name="Google Shape;326;g2b062ebdb16_1_1"/>
            <p:cNvCxnSpPr>
              <a:stCxn id="320" idx="3"/>
              <a:endCxn id="315" idx="1"/>
            </p:cNvCxnSpPr>
            <p:nvPr/>
          </p:nvCxnSpPr>
          <p:spPr>
            <a:xfrm rot="10800000" flipH="1">
              <a:off x="9394474" y="2302163"/>
              <a:ext cx="823500" cy="1129200"/>
            </a:xfrm>
            <a:prstGeom prst="bentConnector3">
              <a:avLst>
                <a:gd name="adj1" fmla="val 65158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7" name="Google Shape;327;g2b062ebdb16_1_1"/>
            <p:cNvCxnSpPr/>
            <p:nvPr/>
          </p:nvCxnSpPr>
          <p:spPr>
            <a:xfrm rot="10800000">
              <a:off x="1612225" y="587263"/>
              <a:ext cx="539400" cy="585600"/>
            </a:xfrm>
            <a:prstGeom prst="bentConnector3">
              <a:avLst>
                <a:gd name="adj1" fmla="val 5000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8" name="Google Shape;328;g2b062ebdb16_1_1"/>
            <p:cNvCxnSpPr/>
            <p:nvPr/>
          </p:nvCxnSpPr>
          <p:spPr>
            <a:xfrm rot="10800000">
              <a:off x="1612225" y="981463"/>
              <a:ext cx="539400" cy="1914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9" name="Google Shape;329;g2b062ebdb16_1_1"/>
            <p:cNvCxnSpPr/>
            <p:nvPr/>
          </p:nvCxnSpPr>
          <p:spPr>
            <a:xfrm flipH="1">
              <a:off x="1612225" y="1172863"/>
              <a:ext cx="539400" cy="5853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3" name="Google Shape;301;g2b062ebdb16_1_1"/>
            <p:cNvSpPr/>
            <p:nvPr/>
          </p:nvSpPr>
          <p:spPr>
            <a:xfrm>
              <a:off x="3939253" y="489854"/>
              <a:ext cx="1387500" cy="2739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 dirty="0" smtClean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Embedding </a:t>
              </a:r>
              <a:r>
                <a:rPr lang="en-US" sz="15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 sz="15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" name="Google Shape;302;g2b062ebdb16_1_1"/>
            <p:cNvSpPr/>
            <p:nvPr/>
          </p:nvSpPr>
          <p:spPr>
            <a:xfrm>
              <a:off x="3939242" y="884051"/>
              <a:ext cx="1387500" cy="2739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>
                <a:buSzPts val="1500"/>
              </a:pPr>
              <a:r>
                <a:rPr lang="en-US" altLang="ko-KR" sz="1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Embedding </a:t>
              </a:r>
              <a:r>
                <a:rPr lang="en-US" altLang="ko-KR" sz="1500" dirty="0" smtClean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 lang="en-US" altLang="ko-KR" sz="15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" name="Google Shape;303;g2b062ebdb16_1_1"/>
            <p:cNvSpPr/>
            <p:nvPr/>
          </p:nvSpPr>
          <p:spPr>
            <a:xfrm>
              <a:off x="3939242" y="1660749"/>
              <a:ext cx="1387500" cy="2739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500"/>
              </a:pPr>
              <a:r>
                <a:rPr lang="en-US" altLang="ko-KR" sz="1500" dirty="0" smtClean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Embedding</a:t>
              </a:r>
              <a:r>
                <a:rPr lang="en-US" sz="1500" b="0" i="0" u="none" strike="noStrike" cap="none" dirty="0" smtClean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5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</a:t>
              </a:r>
              <a:endParaRPr sz="15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" name="Google Shape;304;g2b062ebdb16_1_1"/>
            <p:cNvSpPr txBox="1"/>
            <p:nvPr/>
          </p:nvSpPr>
          <p:spPr>
            <a:xfrm rot="5400000">
              <a:off x="4419119" y="1247813"/>
              <a:ext cx="502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7" name="Google Shape;307;g2b062ebdb16_1_1"/>
            <p:cNvCxnSpPr>
              <a:endCxn id="53" idx="1"/>
            </p:cNvCxnSpPr>
            <p:nvPr/>
          </p:nvCxnSpPr>
          <p:spPr>
            <a:xfrm rot="10800000" flipH="1">
              <a:off x="3399778" y="626654"/>
              <a:ext cx="539400" cy="585600"/>
            </a:xfrm>
            <a:prstGeom prst="bentConnector3">
              <a:avLst>
                <a:gd name="adj1" fmla="val 5000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" name="Google Shape;308;g2b062ebdb16_1_1"/>
            <p:cNvCxnSpPr>
              <a:endCxn id="54" idx="1"/>
            </p:cNvCxnSpPr>
            <p:nvPr/>
          </p:nvCxnSpPr>
          <p:spPr>
            <a:xfrm rot="10800000" flipH="1">
              <a:off x="3399778" y="1020854"/>
              <a:ext cx="539400" cy="1914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9" name="Google Shape;309;g2b062ebdb16_1_1"/>
            <p:cNvCxnSpPr>
              <a:endCxn id="55" idx="1"/>
            </p:cNvCxnSpPr>
            <p:nvPr/>
          </p:nvCxnSpPr>
          <p:spPr>
            <a:xfrm>
              <a:off x="3399778" y="1212254"/>
              <a:ext cx="539400" cy="5853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0" name="Google Shape;327;g2b062ebdb16_1_1"/>
            <p:cNvCxnSpPr/>
            <p:nvPr/>
          </p:nvCxnSpPr>
          <p:spPr>
            <a:xfrm rot="10800000">
              <a:off x="5326828" y="626792"/>
              <a:ext cx="539400" cy="585600"/>
            </a:xfrm>
            <a:prstGeom prst="bentConnector3">
              <a:avLst>
                <a:gd name="adj1" fmla="val 5000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1" name="Google Shape;328;g2b062ebdb16_1_1"/>
            <p:cNvCxnSpPr/>
            <p:nvPr/>
          </p:nvCxnSpPr>
          <p:spPr>
            <a:xfrm rot="10800000">
              <a:off x="5326828" y="1020992"/>
              <a:ext cx="539400" cy="1914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2" name="Google Shape;329;g2b062ebdb16_1_1"/>
            <p:cNvCxnSpPr/>
            <p:nvPr/>
          </p:nvCxnSpPr>
          <p:spPr>
            <a:xfrm flipH="1">
              <a:off x="5326828" y="1212392"/>
              <a:ext cx="539400" cy="5853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1854846" y="-57170"/>
            <a:ext cx="10395666" cy="6498630"/>
            <a:chOff x="1854846" y="-57170"/>
            <a:chExt cx="10395666" cy="6498630"/>
          </a:xfrm>
        </p:grpSpPr>
        <p:sp>
          <p:nvSpPr>
            <p:cNvPr id="296" name="Google Shape;296;g2b062ebdb16_1_1"/>
            <p:cNvSpPr txBox="1"/>
            <p:nvPr/>
          </p:nvSpPr>
          <p:spPr>
            <a:xfrm>
              <a:off x="9989112" y="3823913"/>
              <a:ext cx="2261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 dirty="0">
                  <a:solidFill>
                    <a:schemeClr val="dk1"/>
                  </a:solidFill>
                  <a:highlight>
                    <a:schemeClr val="accent4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Uncertainty</a:t>
              </a:r>
              <a:r>
                <a:rPr lang="en-US" sz="1500" b="1" i="0" u="none" strike="noStrike" cap="none" dirty="0">
                  <a:solidFill>
                    <a:srgbClr val="000000"/>
                  </a:solidFill>
                  <a:highlight>
                    <a:schemeClr val="accent4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500" b="1" i="0" u="none" strike="noStrike" cap="none" dirty="0">
                  <a:solidFill>
                    <a:schemeClr val="dk1"/>
                  </a:solidFill>
                  <a:highlight>
                    <a:schemeClr val="accent4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Sampling</a:t>
              </a:r>
              <a:endParaRPr sz="1500" b="1" i="0" u="none" strike="noStrike" cap="none" dirty="0">
                <a:solidFill>
                  <a:schemeClr val="dk1"/>
                </a:solidFill>
                <a:highlight>
                  <a:schemeClr val="accent4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7" name="Google Shape;297;g2b062ebdb16_1_1"/>
            <p:cNvSpPr/>
            <p:nvPr/>
          </p:nvSpPr>
          <p:spPr>
            <a:xfrm>
              <a:off x="2382267" y="5398109"/>
              <a:ext cx="962150" cy="1012400"/>
            </a:xfrm>
            <a:prstGeom prst="flowChartMagneticDisk">
              <a:avLst/>
            </a:prstGeom>
            <a:solidFill>
              <a:srgbClr val="BFBFB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Labeled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Pool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8" name="Google Shape;298;g2b062ebdb16_1_1"/>
            <p:cNvSpPr txBox="1"/>
            <p:nvPr/>
          </p:nvSpPr>
          <p:spPr>
            <a:xfrm>
              <a:off x="9434726" y="2094292"/>
              <a:ext cx="70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2b062ebdb16_1_1"/>
            <p:cNvSpPr/>
            <p:nvPr/>
          </p:nvSpPr>
          <p:spPr>
            <a:xfrm>
              <a:off x="1854846" y="404261"/>
              <a:ext cx="1417500" cy="1364850"/>
            </a:xfrm>
            <a:prstGeom prst="flowChartMagneticDisk">
              <a:avLst/>
            </a:prstGeom>
            <a:solidFill>
              <a:srgbClr val="BFBFB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Unlabeled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Pool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0" name="Google Shape;300;g2b062ebdb16_1_1"/>
            <p:cNvSpPr/>
            <p:nvPr/>
          </p:nvSpPr>
          <p:spPr>
            <a:xfrm rot="16200000">
              <a:off x="5591623" y="465399"/>
              <a:ext cx="1536925" cy="1242575"/>
            </a:xfrm>
            <a:prstGeom prst="flowChartManualOperation">
              <a:avLst/>
            </a:prstGeom>
            <a:solidFill>
              <a:srgbClr val="F4B08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1" name="Google Shape;301;g2b062ebdb16_1_1"/>
            <p:cNvSpPr/>
            <p:nvPr/>
          </p:nvSpPr>
          <p:spPr>
            <a:xfrm>
              <a:off x="3811821" y="364286"/>
              <a:ext cx="1387500" cy="2739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1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2" name="Google Shape;302;g2b062ebdb16_1_1"/>
            <p:cNvSpPr/>
            <p:nvPr/>
          </p:nvSpPr>
          <p:spPr>
            <a:xfrm>
              <a:off x="3811810" y="758483"/>
              <a:ext cx="1387500" cy="2739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2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3" name="Google Shape;303;g2b062ebdb16_1_1"/>
            <p:cNvSpPr/>
            <p:nvPr/>
          </p:nvSpPr>
          <p:spPr>
            <a:xfrm>
              <a:off x="3811810" y="1535181"/>
              <a:ext cx="1387500" cy="2739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k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4" name="Google Shape;304;g2b062ebdb16_1_1"/>
            <p:cNvSpPr txBox="1"/>
            <p:nvPr/>
          </p:nvSpPr>
          <p:spPr>
            <a:xfrm rot="5400000">
              <a:off x="4291687" y="1122245"/>
              <a:ext cx="502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5" name="Google Shape;305;g2b062ebdb16_1_1"/>
            <p:cNvSpPr/>
            <p:nvPr/>
          </p:nvSpPr>
          <p:spPr>
            <a:xfrm>
              <a:off x="7470246" y="879925"/>
              <a:ext cx="2184300" cy="549300"/>
            </a:xfrm>
            <a:prstGeom prst="rect">
              <a:avLst/>
            </a:prstGeom>
            <a:solidFill>
              <a:srgbClr val="C4E0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Prompt Ensemble</a:t>
              </a:r>
              <a:endParaRPr sz="18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6" name="Google Shape;306;g2b062ebdb16_1_1"/>
            <p:cNvSpPr txBox="1"/>
            <p:nvPr/>
          </p:nvSpPr>
          <p:spPr>
            <a:xfrm>
              <a:off x="5740770" y="694136"/>
              <a:ext cx="12321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CLIP</a:t>
              </a:r>
              <a:endParaRPr sz="1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Text</a:t>
              </a:r>
              <a:endParaRPr sz="1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Encoder</a:t>
              </a:r>
              <a:endParaRPr sz="15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07" name="Google Shape;307;g2b062ebdb16_1_1"/>
            <p:cNvCxnSpPr>
              <a:stCxn id="299" idx="4"/>
              <a:endCxn id="301" idx="1"/>
            </p:cNvCxnSpPr>
            <p:nvPr/>
          </p:nvCxnSpPr>
          <p:spPr>
            <a:xfrm rot="10800000" flipH="1">
              <a:off x="3272346" y="501086"/>
              <a:ext cx="539400" cy="585600"/>
            </a:xfrm>
            <a:prstGeom prst="bentConnector3">
              <a:avLst>
                <a:gd name="adj1" fmla="val 5000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08" name="Google Shape;308;g2b062ebdb16_1_1"/>
            <p:cNvCxnSpPr>
              <a:stCxn id="299" idx="4"/>
              <a:endCxn id="302" idx="1"/>
            </p:cNvCxnSpPr>
            <p:nvPr/>
          </p:nvCxnSpPr>
          <p:spPr>
            <a:xfrm rot="10800000" flipH="1">
              <a:off x="3272346" y="895286"/>
              <a:ext cx="539400" cy="1914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09" name="Google Shape;309;g2b062ebdb16_1_1"/>
            <p:cNvCxnSpPr>
              <a:stCxn id="299" idx="4"/>
              <a:endCxn id="303" idx="1"/>
            </p:cNvCxnSpPr>
            <p:nvPr/>
          </p:nvCxnSpPr>
          <p:spPr>
            <a:xfrm>
              <a:off x="3272346" y="1086686"/>
              <a:ext cx="539400" cy="5853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3" name="그룹 2"/>
            <p:cNvGrpSpPr/>
            <p:nvPr/>
          </p:nvGrpSpPr>
          <p:grpSpPr>
            <a:xfrm>
              <a:off x="5857725" y="2653630"/>
              <a:ext cx="1242575" cy="1536925"/>
              <a:chOff x="4005827" y="2662900"/>
              <a:chExt cx="1242575" cy="1536925"/>
            </a:xfrm>
          </p:grpSpPr>
          <p:sp>
            <p:nvSpPr>
              <p:cNvPr id="310" name="Google Shape;310;g2b062ebdb16_1_1"/>
              <p:cNvSpPr/>
              <p:nvPr/>
            </p:nvSpPr>
            <p:spPr>
              <a:xfrm rot="16200000">
                <a:off x="3858652" y="2810075"/>
                <a:ext cx="1536925" cy="1242575"/>
              </a:xfrm>
              <a:prstGeom prst="flowChartManualOperation">
                <a:avLst/>
              </a:prstGeom>
              <a:solidFill>
                <a:srgbClr val="F4B08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11" name="Google Shape;311;g2b062ebdb16_1_1"/>
              <p:cNvSpPr txBox="1"/>
              <p:nvPr/>
            </p:nvSpPr>
            <p:spPr>
              <a:xfrm>
                <a:off x="4007799" y="3038813"/>
                <a:ext cx="1232100" cy="78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CLIP</a:t>
                </a:r>
                <a:endParaRPr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Image</a:t>
                </a:r>
                <a:endParaRPr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Encoder</a:t>
                </a: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312" name="Google Shape;312;g2b062ebdb16_1_1"/>
            <p:cNvCxnSpPr>
              <a:endCxn id="311" idx="1"/>
            </p:cNvCxnSpPr>
            <p:nvPr/>
          </p:nvCxnSpPr>
          <p:spPr>
            <a:xfrm>
              <a:off x="2594788" y="1909591"/>
              <a:ext cx="3264909" cy="1512502"/>
            </a:xfrm>
            <a:prstGeom prst="bentConnector3">
              <a:avLst>
                <a:gd name="adj1" fmla="val -235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3" name="Google Shape;313;g2b062ebdb16_1_1"/>
            <p:cNvCxnSpPr>
              <a:stCxn id="305" idx="3"/>
              <a:endCxn id="315" idx="1"/>
            </p:cNvCxnSpPr>
            <p:nvPr/>
          </p:nvCxnSpPr>
          <p:spPr>
            <a:xfrm>
              <a:off x="9654546" y="1154575"/>
              <a:ext cx="563385" cy="1147467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6" name="Google Shape;316;g2b062ebdb16_1_1"/>
            <p:cNvCxnSpPr>
              <a:stCxn id="314" idx="3"/>
              <a:endCxn id="305" idx="1"/>
            </p:cNvCxnSpPr>
            <p:nvPr/>
          </p:nvCxnSpPr>
          <p:spPr>
            <a:xfrm>
              <a:off x="7100300" y="1146082"/>
              <a:ext cx="369946" cy="849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22" name="Google Shape;322;g2b062ebdb16_1_1"/>
            <p:cNvSpPr/>
            <p:nvPr/>
          </p:nvSpPr>
          <p:spPr>
            <a:xfrm>
              <a:off x="10525799" y="5344060"/>
              <a:ext cx="1097400" cy="10974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Oracle</a:t>
              </a:r>
              <a:endPara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5" name="Google Shape;315;g2b062ebdb16_1_1"/>
            <p:cNvSpPr txBox="1"/>
            <p:nvPr/>
          </p:nvSpPr>
          <p:spPr>
            <a:xfrm>
              <a:off x="10217931" y="2140492"/>
              <a:ext cx="180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 dirty="0">
                  <a:solidFill>
                    <a:schemeClr val="dk1"/>
                  </a:solidFill>
                  <a:highlight>
                    <a:schemeClr val="accent4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Anomaly score</a:t>
              </a:r>
              <a:endParaRPr sz="1500" b="1" i="0" u="none" strike="noStrike" cap="none" dirty="0">
                <a:solidFill>
                  <a:schemeClr val="dk1"/>
                </a:solidFill>
                <a:highlight>
                  <a:schemeClr val="accent4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23" name="Google Shape;323;g2b062ebdb16_1_1"/>
            <p:cNvCxnSpPr/>
            <p:nvPr/>
          </p:nvCxnSpPr>
          <p:spPr>
            <a:xfrm flipH="1">
              <a:off x="11067599" y="2662899"/>
              <a:ext cx="6900" cy="11187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324" name="Google Shape;324;g2b062ebdb16_1_1"/>
            <p:cNvCxnSpPr/>
            <p:nvPr/>
          </p:nvCxnSpPr>
          <p:spPr>
            <a:xfrm>
              <a:off x="11074499" y="4212662"/>
              <a:ext cx="0" cy="10008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325" name="Google Shape;325;g2b062ebdb16_1_1"/>
            <p:cNvCxnSpPr/>
            <p:nvPr/>
          </p:nvCxnSpPr>
          <p:spPr>
            <a:xfrm flipH="1" flipV="1">
              <a:off x="3841732" y="5929581"/>
              <a:ext cx="6300094" cy="676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326" name="Google Shape;326;g2b062ebdb16_1_1"/>
            <p:cNvCxnSpPr>
              <a:stCxn id="311" idx="3"/>
              <a:endCxn id="315" idx="1"/>
            </p:cNvCxnSpPr>
            <p:nvPr/>
          </p:nvCxnSpPr>
          <p:spPr>
            <a:xfrm flipV="1">
              <a:off x="7091797" y="2302042"/>
              <a:ext cx="3126134" cy="1120051"/>
            </a:xfrm>
            <a:prstGeom prst="bentConnector3">
              <a:avLst>
                <a:gd name="adj1" fmla="val 9085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7" name="Google Shape;327;g2b062ebdb16_1_1"/>
            <p:cNvCxnSpPr/>
            <p:nvPr/>
          </p:nvCxnSpPr>
          <p:spPr>
            <a:xfrm rot="10800000">
              <a:off x="5199396" y="501224"/>
              <a:ext cx="539400" cy="585600"/>
            </a:xfrm>
            <a:prstGeom prst="bentConnector3">
              <a:avLst>
                <a:gd name="adj1" fmla="val 5000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8" name="Google Shape;328;g2b062ebdb16_1_1"/>
            <p:cNvCxnSpPr/>
            <p:nvPr/>
          </p:nvCxnSpPr>
          <p:spPr>
            <a:xfrm rot="10800000">
              <a:off x="5199396" y="895424"/>
              <a:ext cx="539400" cy="1914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9" name="Google Shape;329;g2b062ebdb16_1_1"/>
            <p:cNvCxnSpPr/>
            <p:nvPr/>
          </p:nvCxnSpPr>
          <p:spPr>
            <a:xfrm flipH="1">
              <a:off x="5199396" y="1086824"/>
              <a:ext cx="539400" cy="585300"/>
            </a:xfrm>
            <a:prstGeom prst="bentConnector3">
              <a:avLst>
                <a:gd name="adj1" fmla="val 5000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63" name="Google Shape;279;g2b062ebdb16_0_0" descr="절연된 화재 벡터 불에 대한 스톡 벡터 아트 및 기타 이미지 - 불, 불길, 이모티콘 - iStock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45031" y="-57170"/>
              <a:ext cx="461431" cy="4614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280;g2b062ebdb16_0_0" descr="절연된 화재 벡터 불에 대한 스톡 벡터 아트 및 기타 이미지 - 불, 불길, 이모티콘 - iStock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61598" y="2302042"/>
              <a:ext cx="461431" cy="461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281;g2b062ebdb16_0_0"/>
            <p:cNvSpPr txBox="1"/>
            <p:nvPr/>
          </p:nvSpPr>
          <p:spPr>
            <a:xfrm>
              <a:off x="7592774" y="2140492"/>
              <a:ext cx="1803900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dirty="0" smtClean="0">
                  <a:solidFill>
                    <a:schemeClr val="dk1"/>
                  </a:solidFill>
                  <a:highlight>
                    <a:schemeClr val="accent4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Contrastive Loss</a:t>
              </a:r>
              <a:endParaRPr sz="1500" b="1" i="0" u="none" strike="noStrike" cap="none" dirty="0">
                <a:solidFill>
                  <a:schemeClr val="dk1"/>
                </a:solidFill>
                <a:highlight>
                  <a:schemeClr val="accent4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208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g2adff549f6f_1_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925" y="909200"/>
            <a:ext cx="11887200" cy="5193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216</Words>
  <Application>Microsoft Office PowerPoint</Application>
  <PresentationFormat>와이드스크린</PresentationFormat>
  <Paragraphs>163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</cp:revision>
  <dcterms:created xsi:type="dcterms:W3CDTF">2023-12-10T11:09:18Z</dcterms:created>
  <dcterms:modified xsi:type="dcterms:W3CDTF">2024-02-07T04:38:28Z</dcterms:modified>
</cp:coreProperties>
</file>