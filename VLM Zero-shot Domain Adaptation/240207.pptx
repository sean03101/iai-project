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M4nXz3PFIudVJ08paKTbkn0cZ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90055855b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290055855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b2ab97a825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2b2ab97a82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b748952c1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2b748952c1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b748952c1c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2b748952c1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b2ab97a82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2b2ab97a8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b2ab97a825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2b2ab97a82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b2ab97a825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2b2ab97a82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b2ab97a825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2b2ab97a82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b2acbc559b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2b2acbc559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b748952c1c_3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2b748952c1c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b748952c1c_3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2b748952c1c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b748952c1c_3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2b748952c1c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b7535ba0a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2b7535ba0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0207 피드백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>
                <a:solidFill>
                  <a:schemeClr val="dk1"/>
                </a:solidFill>
              </a:rPr>
              <a:t>uncertainty 구하는 방법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</a:rPr>
              <a:t>random과 meanSTD의 성능 차이가 있는지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</a:rPr>
              <a:t>zero shot 성능에도 못 미치는 이유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</a:rPr>
              <a:t>VLM active learning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-KR">
                <a:solidFill>
                  <a:schemeClr val="dk1"/>
                </a:solidFill>
              </a:rPr>
              <a:t>general 데이터셋에 대해 실험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</a:rPr>
              <a:t>CLIP의 prompt ensemble을 활용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>
                <a:solidFill>
                  <a:schemeClr val="dk1"/>
                </a:solidFill>
              </a:rPr>
              <a:t>text 주입해서 active learning의 initialization을 제대로 하자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</a:rPr>
              <a:t>visa의 random의 성능과 비교 필요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</a:rPr>
              <a:t>weighted decay의 도입?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</a:rPr>
              <a:t>처음엔 kld loss를 영향을 많이주고 이후로는 ce loss의 영향을 늘리는 학습이 진행됨에 따라 alpha값 조정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</a:rPr>
              <a:t>다른 initial 방법을 고려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</a:rPr>
              <a:t>→ 일반적인 데이터셋(CLIP과 initialization active learning에 겹치는 데이터셋 : CIFAR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</a:rPr>
              <a:t>→ classification에 적합한 산업용 dataset??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</a:rPr>
              <a:t>dataset에 대해 CLIP zero shot 성능 확인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</a:rPr>
              <a:t>zero shot 성능에 대한 그래프도 표시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patch단위로 이미지를 살펴볼 수 있는 active learning(제조데이터셋을 그대로 사용한다고 할때)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b74c91c472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2b74c91c47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patch단위로 이미지를 살펴볼 수 있는 active learning(제조데이터셋을 그대로 사용한다고 할때)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745d4531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2b745d4531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af26c5baa8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2af26c5baa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0055855b2_0_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90055855b2_0_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240</a:t>
            </a: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124</a:t>
            </a: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피드백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90055855b2_0_5"/>
          <p:cNvSpPr txBox="1"/>
          <p:nvPr/>
        </p:nvSpPr>
        <p:spPr>
          <a:xfrm>
            <a:off x="490450" y="882800"/>
            <a:ext cx="115596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adapter를 단순하게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학습데이터(labeled data는 매우 소량)에 비해 adapter가 너무 복잡하여 성능 변동이 너무 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learning rate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작게 설정(미세하게 학습하도록)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⇒ 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성능의 안정화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2ab97a825_0_6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2b2ab97a825_0_6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세팅1</a:t>
            </a:r>
            <a:endParaRPr b="1" i="0" sz="2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g2b2ab97a825_0_62"/>
          <p:cNvSpPr txBox="1"/>
          <p:nvPr>
            <p:ph idx="1" type="subTitle"/>
          </p:nvPr>
        </p:nvSpPr>
        <p:spPr>
          <a:xfrm>
            <a:off x="490450" y="882800"/>
            <a:ext cx="10892400" cy="5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CLIP image &amp; text output 벡터를, 학습 시킬 각각의 adapter encoder의 input으로 활용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CLIP text output을 먼저 앙상블하고, text adapter encoder를 거치는 구조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a*b개의 CLIP Adapter까지 거친 아웃풋들에 대해 meanSTD로  불확실성이 큰 순서대로 label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ko-KR" sz="1800"/>
              <a:t>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하이퍼 파라미터</a:t>
            </a:r>
            <a:endParaRPr sz="18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batch_size = 128 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num_epoch = [15,20,30] 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total_iteration = 20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temperature = [0.01,0.05,0.1,1]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dropout_rate =[0.2,0.4,0.5]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optimizer = Adam(lr=[1e-5,5e-6])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MCdropout_iter = 50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update_instance = 1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Adapter : linear(512) -&gt; dropout layer -&gt; linear(128) -&gt; linear(32)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             linear(512) -&gt; dropout layer -&gt; linear(64)  </a:t>
            </a:r>
            <a:r>
              <a:rPr lang="ko-KR" sz="1500"/>
              <a:t> </a:t>
            </a:r>
            <a:endParaRPr sz="1500"/>
          </a:p>
        </p:txBody>
      </p:sp>
      <p:pic>
        <p:nvPicPr>
          <p:cNvPr id="88" name="Google Shape;88;g2b2ab97a825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1425" y="2492300"/>
            <a:ext cx="7502225" cy="258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b748952c1c_1_0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b748952c1c_1_0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세팅</a:t>
            </a: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g2b748952c1c_1_0"/>
          <p:cNvSpPr txBox="1"/>
          <p:nvPr>
            <p:ph idx="1" type="subTitle"/>
          </p:nvPr>
        </p:nvSpPr>
        <p:spPr>
          <a:xfrm>
            <a:off x="490450" y="882800"/>
            <a:ext cx="10892400" cy="5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CLIP image &amp; text output 벡터를, 학습 시킬 각각의 adapter encoder의 input으로 활용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각 프롬프트를 CLIP text output -&gt; text adapter encoder를 거친 뒤, 앙상블 하는 구조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a*b개의 CLIP Adapter까지 거친 아웃풋들에 대해 meanSTD로  불확실성이 큰 순서대로 label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ko-KR" sz="1800"/>
              <a:t>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하이퍼 파라미터</a:t>
            </a:r>
            <a:endParaRPr sz="18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batch_size = 128 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num_epoch = [15,20,30] 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total_iteration = 20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temperature = [</a:t>
            </a:r>
            <a:r>
              <a:rPr lang="ko-KR" sz="1500"/>
              <a:t>0.01,0.05,0.1,1</a:t>
            </a:r>
            <a:r>
              <a:rPr lang="ko-KR" sz="1500"/>
              <a:t>]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dropout_rate =[</a:t>
            </a:r>
            <a:r>
              <a:rPr lang="ko-KR" sz="1500"/>
              <a:t>0.2,0.4,0.5</a:t>
            </a:r>
            <a:r>
              <a:rPr lang="ko-KR" sz="1500"/>
              <a:t>]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optimizer = Adam(lr=[1e-5,5e-6])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MCdropout_iter = 50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update_instance = 1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Adapter : linear(512) -&gt; dropout layer -&gt;</a:t>
            </a:r>
            <a:r>
              <a:rPr lang="ko-KR" sz="1500"/>
              <a:t> linear(128) -&gt; </a:t>
            </a:r>
            <a:r>
              <a:rPr lang="ko-KR" sz="1500"/>
              <a:t>linear(32)</a:t>
            </a:r>
            <a:endParaRPr sz="1500"/>
          </a:p>
          <a:p>
            <a:pPr indent="457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linear(512) -&gt; dropout layer -&gt; linear(64) </a:t>
            </a:r>
            <a:r>
              <a:rPr lang="ko-KR" sz="1500"/>
              <a:t> </a:t>
            </a:r>
            <a:endParaRPr sz="1500"/>
          </a:p>
        </p:txBody>
      </p:sp>
      <p:pic>
        <p:nvPicPr>
          <p:cNvPr id="96" name="Google Shape;96;g2b748952c1c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950" y="2190050"/>
            <a:ext cx="7013699" cy="305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b748952c1c_1_6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2b748952c1c_1_6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세팅</a:t>
            </a: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g2b748952c1c_1_6"/>
          <p:cNvSpPr txBox="1"/>
          <p:nvPr>
            <p:ph idx="1" type="subTitle"/>
          </p:nvPr>
        </p:nvSpPr>
        <p:spPr>
          <a:xfrm>
            <a:off x="490450" y="882800"/>
            <a:ext cx="10892400" cy="5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CLIP image &amp; text output 벡터를 CLIP 모델을 직접 fine-tunning 진행(FLYP, 2023 CVPR 34회)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이때, loss는 CE가 아닌 contrastive loss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a*b개의 CLIP Adapter까지 거친 아웃풋들에 대해 meanSTD로  불확실성이 큰 순서대로 label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ko-KR" sz="1800"/>
              <a:t>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하이퍼 파라미터</a:t>
            </a:r>
            <a:endParaRPr sz="18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batch_size = 128 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num_epoch = [15,20,30] 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total_iteration = 20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temperature = [0.01,0.05,0.1,1]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dropout_rate =[0.2,0.4,0.5]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optimizer = Adam(lr=[1e-5,5e-6])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MCdropout_iter = 50</a:t>
            </a:r>
            <a:endParaRPr sz="1500"/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/>
              <a:t>update_instance = 1</a:t>
            </a:r>
            <a:endParaRPr sz="1500"/>
          </a:p>
        </p:txBody>
      </p:sp>
      <p:pic>
        <p:nvPicPr>
          <p:cNvPr id="104" name="Google Shape;104;g2b748952c1c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1825" y="1665275"/>
            <a:ext cx="3958801" cy="23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2b748952c1c_1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9496" y="2431275"/>
            <a:ext cx="3069525" cy="10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2b748952c1c_1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5800" y="4049772"/>
            <a:ext cx="4117049" cy="2571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b2ab97a825_0_0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2b2ab97a825_0_0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실험 결과 (MVTecAD)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g2b2ab97a82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525" y="704100"/>
            <a:ext cx="4308199" cy="28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2b2ab97a82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4925" y="704100"/>
            <a:ext cx="4308199" cy="2852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2b2ab97a825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5525" y="3841775"/>
            <a:ext cx="4308199" cy="285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2b2ab97a825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21475" y="3770226"/>
            <a:ext cx="4191651" cy="2775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2ab97a825_0_10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2b2ab97a825_0_10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실험 결과 (MVTecAD)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g2b2ab97a825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7475" y="719400"/>
            <a:ext cx="4308199" cy="285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2b2ab97a825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8550" y="795599"/>
            <a:ext cx="4078047" cy="270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2b2ab97a825_0_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7475" y="3757000"/>
            <a:ext cx="4308193" cy="28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2b2ab97a825_0_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28550" y="3909400"/>
            <a:ext cx="4078051" cy="270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b2ab97a825_0_2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2b2ab97a825_0_2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실험 결과 (MVTecAD)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2b2ab97a825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2875" y="757500"/>
            <a:ext cx="4193119" cy="27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2b2ab97a825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8873" y="871798"/>
            <a:ext cx="4020514" cy="266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b2ab97a825_0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2875" y="3745825"/>
            <a:ext cx="4193117" cy="27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b2ab97a825_0_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88874" y="3795075"/>
            <a:ext cx="3853001" cy="2551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b2ab97a825_0_49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2b2ab97a825_0_49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실험 결과 (MVTecAD)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2b2ab97a825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5248" y="719399"/>
            <a:ext cx="4193125" cy="2776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2b2ab97a825_0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7449" y="832373"/>
            <a:ext cx="4022525" cy="266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2b2ab97a825_0_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800" y="3707725"/>
            <a:ext cx="4153574" cy="2750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2b2ab97a825_0_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89050" y="3707732"/>
            <a:ext cx="4022525" cy="2600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b2acbc559b_1_7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향후 계획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2b2acbc559b_1_7"/>
          <p:cNvSpPr txBox="1"/>
          <p:nvPr/>
        </p:nvSpPr>
        <p:spPr>
          <a:xfrm>
            <a:off x="490450" y="882800"/>
            <a:ext cx="115596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데이터 셋에 대해 실험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initial set을 class당 한개나 두개로 설정하여 처음 학습이 잘 될 수 있도록 하는 방법 고안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기존의 지식 증류 방법을 활용해 VisA 데이터셋으로 진행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3" name="Google Shape;153;g2b2acbc559b_1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7575" y="3085025"/>
            <a:ext cx="4496843" cy="2858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b748952c1c_3_1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2b748952c1c_3_1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실험 결과 (</a:t>
            </a:r>
            <a:r>
              <a:rPr b="1" lang="ko-KR" sz="2300"/>
              <a:t>VisA</a:t>
            </a:r>
            <a:r>
              <a:rPr b="1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2b748952c1c_3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825" y="717150"/>
            <a:ext cx="3755675" cy="3013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2b748952c1c_3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2376" y="562066"/>
            <a:ext cx="3755675" cy="3013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2b748952c1c_3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5875" y="3701637"/>
            <a:ext cx="3755675" cy="3013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2b748952c1c_3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2375" y="3701626"/>
            <a:ext cx="3755689" cy="301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b748952c1c_3_14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2b748952c1c_3_14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실험 결과 (</a:t>
            </a:r>
            <a:r>
              <a:rPr b="1" lang="ko-KR" sz="2300"/>
              <a:t>VisA</a:t>
            </a:r>
            <a:r>
              <a:rPr b="1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2b748952c1c_3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8975" y="704100"/>
            <a:ext cx="3604395" cy="28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b748952c1c_3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8525" y="798211"/>
            <a:ext cx="3487100" cy="2798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2b748952c1c_3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8975" y="3719350"/>
            <a:ext cx="3684503" cy="295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2b748952c1c_3_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08253" y="3675300"/>
            <a:ext cx="3684503" cy="295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b748952c1c_3_27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2b748952c1c_3_27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실험 결과 (</a:t>
            </a:r>
            <a:r>
              <a:rPr b="1" lang="ko-KR" sz="2300"/>
              <a:t>VisA</a:t>
            </a:r>
            <a:r>
              <a:rPr b="1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g2b748952c1c_3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4875" y="704098"/>
            <a:ext cx="3761125" cy="301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2b748952c1c_3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8150" y="704099"/>
            <a:ext cx="3761142" cy="301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2b748952c1c_3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350" y="3615141"/>
            <a:ext cx="3761151" cy="3018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2b748952c1c_3_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74776" y="3708786"/>
            <a:ext cx="3527738" cy="283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2b748952c1c_3_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30788" y="3667774"/>
            <a:ext cx="3527738" cy="283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b7535ba0a7_0_0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질문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b7535ba0a7_0_0"/>
          <p:cNvSpPr txBox="1"/>
          <p:nvPr/>
        </p:nvSpPr>
        <p:spPr>
          <a:xfrm>
            <a:off x="490450" y="882800"/>
            <a:ext cx="115596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Temperature 와 loss 간의 상관 관계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○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T가 낮을수록 loss가 nan이 잘 뜨는듯한 느낌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alpha와 초기 auroc와의 상관 관계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○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alpha값이 낮아 CE loss의 영향력이 KLD loss보다 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■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데이터셋이 쉽기에 alpha를 높이면 일반 random에 따라잡히는 현상이 많이 잡힘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○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근데 초반의 CE loss는 몇개의 인스턴스에 한정되어 있어 overfitting될 가능성 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○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CLIP의 few-shot learning 이슈 + CE의 영향력 때문에 다음과 같은 그래프가 나오지 않나 예상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1" name="Google Shape;191;g2b7535ba0a7_0_0"/>
          <p:cNvPicPr preferRelativeResize="0"/>
          <p:nvPr/>
        </p:nvPicPr>
        <p:blipFill rotWithShape="1">
          <a:blip r:embed="rId3">
            <a:alphaModFix/>
          </a:blip>
          <a:srcRect b="0" l="0" r="72411" t="0"/>
          <a:stretch/>
        </p:blipFill>
        <p:spPr>
          <a:xfrm>
            <a:off x="5345550" y="4434050"/>
            <a:ext cx="750450" cy="218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b74c91c472_0_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0207 피드백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2b74c91c472_0_2"/>
          <p:cNvSpPr txBox="1"/>
          <p:nvPr/>
        </p:nvSpPr>
        <p:spPr>
          <a:xfrm>
            <a:off x="490450" y="882800"/>
            <a:ext cx="115596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-KR" sz="1700">
                <a:solidFill>
                  <a:schemeClr val="dk1"/>
                </a:solidFill>
              </a:rPr>
              <a:t>uncertainty 구하는 방법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</a:rPr>
              <a:t>random과 meanSTD의 성능 차이가 있는지 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</a:rPr>
              <a:t>zero shot 성능에도 못 미치는 이유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</a:rPr>
              <a:t>VLM active learning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ko-KR" sz="1700">
                <a:solidFill>
                  <a:schemeClr val="dk1"/>
                </a:solidFill>
              </a:rPr>
              <a:t>general 데이터셋에 대해 실험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</a:rPr>
              <a:t>CLIP의 prompt ensemble을 활용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-KR" sz="1700">
                <a:solidFill>
                  <a:schemeClr val="dk1"/>
                </a:solidFill>
              </a:rPr>
              <a:t>text 주입해서 active learning의 initialization을 제대로 하자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</a:rPr>
              <a:t>visa의 random의 성능과 비교 필요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</a:rPr>
              <a:t>weighted decay의 도입?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</a:rPr>
              <a:t>처음엔 kld loss를 영향을 많이주고 이후로는 ce loss의 영향을 늘리는 학습이 진행됨에 따라 alpha값 조정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</a:rPr>
              <a:t>다른 initial 방법을 고려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</a:rPr>
              <a:t>→ 일반적인 데이터셋(CLIP과 initialization active learning에 겹치는 데이터셋 : CIFAR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</a:rPr>
              <a:t>→ classification에 적합한 산업용 dataset??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</a:rPr>
              <a:t>dataset에 대해 CLIP zero shot 성능 확인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</a:rPr>
              <a:t>zero shot 성능에 대한 그래프도 표시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b745d4531b_0_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논의 사항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2b745d4531b_0_5"/>
          <p:cNvSpPr txBox="1"/>
          <p:nvPr/>
        </p:nvSpPr>
        <p:spPr>
          <a:xfrm>
            <a:off x="490450" y="882800"/>
            <a:ext cx="115596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defect정보(crack, color)에 따라 pormpt를 구성했을 때, 이상 데이터만 뽑힐 가능성 ↑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모델 성능 향상에 도움을 줄지?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데이터는 이상 데이터에 비해 변동성이 적어 뽑히지 않지 않을까 ?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라벨 데이터의 불균형(이상 데이터&gt;정상 데이터)의 원인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⇒ 현재 setting에서 defect 정보를 제거하여 비교 실험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af26c5baa8_0_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2af26c5baa8_0_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2af26c5baa8_0_2"/>
          <p:cNvSpPr txBox="1"/>
          <p:nvPr>
            <p:ph idx="1" type="subTitle"/>
          </p:nvPr>
        </p:nvSpPr>
        <p:spPr>
          <a:xfrm>
            <a:off x="490450" y="882800"/>
            <a:ext cx="10892400" cy="3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Roy, A. G., Conjeti, S., Navab, N., &amp; Wachinger, C. (2018). Inherent brain segmentation quality control from fully convnet monte carlo sampling. In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Medical Image Computing and Computer Assisted Intervention–MICCAI 2018: 21st International Conference, Granada, Spain, September 16-20, 2018, Proceedings, Part I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(pp. 664-672). Springer International Publishing.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●"/>
            </a:pP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Nair, T., Precup, D., Arnold, D. L., &amp; Arbel, T. (2020). Exploring uncertainty measures in deep networks for multiple sclerosis lesion detection and segmentation.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Medical image analysis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59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101557.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●"/>
            </a:pP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Wang, G., Li, W., Aertsen, M., Deprest, J., Ourselin, S., &amp; Vercauteren, T. (2019). Aleatoric uncertainty estimation with test-time augmentation for medical image segmentation with convolutional neural networks.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Neurocomputing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338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34-45.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2023-03-23T02:52:33Z</dcterms:created>
  <dc:creator>user</dc:creator>
</cp:coreProperties>
</file>