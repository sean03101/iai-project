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ghVM3lfifMFsZt2nI6bWxmz2Kh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90055855b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290055855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*vlm에 fine tuning : fine tuning을 어떻게 할것인지 ? active learning을 도입한다면 ? → 그것이 의미가 있음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*논문작성시 positioning 중요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aa3afeb0c7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2aa3afeb0c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e802f9d83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2ae802f9d8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e802f9d83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2ae802f9d8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af26c5baa8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2af26c5baa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90055855b2_0_5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290055855b2_0_5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24011</a:t>
            </a: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연구 진행상황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290055855b2_0_5"/>
          <p:cNvSpPr txBox="1"/>
          <p:nvPr/>
        </p:nvSpPr>
        <p:spPr>
          <a:xfrm>
            <a:off x="490450" y="882800"/>
            <a:ext cx="11452500" cy="53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uncertainty 아이디어 고안</a:t>
            </a:r>
            <a:endParaRPr sz="1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aa3afeb0c7_0_2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2aa3afeb0c7_0_2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개요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2aa3afeb0c7_0_2"/>
          <p:cNvSpPr txBox="1"/>
          <p:nvPr>
            <p:ph idx="1" type="subTitle"/>
          </p:nvPr>
        </p:nvSpPr>
        <p:spPr>
          <a:xfrm>
            <a:off x="490450" y="882800"/>
            <a:ext cx="10892400" cy="5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-KR" sz="1400"/>
              <a:t>연구 초점 : 제조 데이터를 이용한 VLM active learning에 적합한 uncertainty 방법 제안</a:t>
            </a:r>
            <a:endParaRPr sz="1400"/>
          </a:p>
          <a:p>
            <a:pPr indent="-469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sz="1400"/>
              <a:t>Anomaly detection 모델 학습 방법 : </a:t>
            </a:r>
            <a:r>
              <a:rPr lang="ko-KR" sz="1400"/>
              <a:t>VLM fine tuning 방법론 (prompt learning, </a:t>
            </a:r>
            <a:r>
              <a:rPr b="1" lang="ko-KR" sz="1400"/>
              <a:t>clip adapter</a:t>
            </a:r>
            <a:r>
              <a:rPr lang="ko-KR" sz="1400"/>
              <a:t>, FLYP 등)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ko-KR" sz="1400"/>
              <a:t>‘기존의’</a:t>
            </a:r>
            <a:r>
              <a:rPr lang="ko-KR" sz="1400"/>
              <a:t> </a:t>
            </a:r>
            <a:r>
              <a:rPr lang="ko-KR" sz="1400"/>
              <a:t>Anomaly detection 모델(CLIP)을 fine tuning 하는 과정에서의 anomaly score 측정 방법</a:t>
            </a:r>
            <a:endParaRPr sz="1400"/>
          </a:p>
          <a:p>
            <a:pPr indent="-469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sz="1400"/>
              <a:t>random</a:t>
            </a:r>
            <a:endParaRPr sz="1400"/>
          </a:p>
          <a:p>
            <a:pPr indent="-469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sz="1400"/>
              <a:t>least confidence</a:t>
            </a:r>
            <a:endParaRPr sz="1400"/>
          </a:p>
          <a:p>
            <a:pPr indent="-469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sz="1400"/>
              <a:t>entropy</a:t>
            </a:r>
            <a:endParaRPr sz="1400"/>
          </a:p>
          <a:p>
            <a:pPr indent="-469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sz="1400"/>
              <a:t>meanSTD (MCDropout)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-KR" sz="1400"/>
              <a:t>모든 대조군은 zero shot에서 시작 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-KR" sz="1400"/>
              <a:t>0부터 k는 1로 설정하여 10 iteration까지 실험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88" name="Google Shape;88;g2aa3afeb0c7_0_2"/>
          <p:cNvPicPr preferRelativeResize="0"/>
          <p:nvPr/>
        </p:nvPicPr>
        <p:blipFill rotWithShape="1">
          <a:blip r:embed="rId3">
            <a:alphaModFix/>
          </a:blip>
          <a:srcRect b="0" l="0" r="22106" t="0"/>
          <a:stretch/>
        </p:blipFill>
        <p:spPr>
          <a:xfrm>
            <a:off x="2297775" y="1656925"/>
            <a:ext cx="6396001" cy="19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2aa3afeb0c7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2300" y="4099850"/>
            <a:ext cx="5214827" cy="266635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2aa3afeb0c7_0_2"/>
          <p:cNvSpPr/>
          <p:nvPr/>
        </p:nvSpPr>
        <p:spPr>
          <a:xfrm flipH="1" rot="10800000">
            <a:off x="9897425" y="4099842"/>
            <a:ext cx="298800" cy="14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g2aa3afeb0c7_0_2"/>
          <p:cNvSpPr/>
          <p:nvPr/>
        </p:nvSpPr>
        <p:spPr>
          <a:xfrm flipH="1" rot="10800000">
            <a:off x="9897375" y="5084500"/>
            <a:ext cx="162900" cy="8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e802f9d83_2_0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2ae802f9d83_2_0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Proposed idea 1 </a:t>
            </a:r>
            <a:r>
              <a:rPr b="1" lang="ko-KR" sz="2100"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b="1"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prompt들의 output과 prompt ensemble의 output의 결과를 비교하여 uncertainty 도출</a:t>
            </a:r>
            <a:r>
              <a:rPr b="1" lang="ko-KR" sz="2100"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b="1" i="0" sz="2100" u="none" cap="none" strike="noStrike">
              <a:solidFill>
                <a:srgbClr val="000000"/>
              </a:solidFill>
            </a:endParaRPr>
          </a:p>
        </p:txBody>
      </p:sp>
      <p:sp>
        <p:nvSpPr>
          <p:cNvPr id="98" name="Google Shape;98;g2ae802f9d83_2_0"/>
          <p:cNvSpPr txBox="1"/>
          <p:nvPr>
            <p:ph idx="1" type="subTitle"/>
          </p:nvPr>
        </p:nvSpPr>
        <p:spPr>
          <a:xfrm>
            <a:off x="490450" y="882800"/>
            <a:ext cx="10892400" cy="50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/>
              <a:t>normal과 관련된 프롬프트 총 a개, abnormal과 관련된 프롬프트 총 b개가 있을 때,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unlabel 이미지 인스턴스에 대해 [a개 중 m번째 normal prompt, b</a:t>
            </a:r>
            <a:r>
              <a:rPr lang="ko-KR" sz="1800"/>
              <a:t>개 중 n번째 abnormal prompt]에 대해 앞서 fine-tunning시킨 clip adapter에 넣어 [normal probability, abnormal probability]인 아웃풋 도출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이를 반복해 총 a*b개의 아웃풋 생성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각 프롬프트들의 쌍을 통해 구한 a*b개의 아웃풋의 abnormal probability들과, prompt ensemble을 통해 구한 abnormal probability와의 차이를 구함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각 프롬프트들의 쌍과 prompt ensemble의 abnormal probability 차이에 대해 분산을 구함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해당 과정으로 모든 unlabel 이미지에 적용하여 분산이 큰 순서대로 label 하는 query 전략 구축 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ae802f9d83_0_1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2ae802f9d83_0_1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Proposed idea 2 </a:t>
            </a:r>
            <a:r>
              <a:rPr b="1" lang="ko-KR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b="1"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prompt들의 output을 비교하여 uncertainty 도출</a:t>
            </a:r>
            <a:r>
              <a:rPr b="1" lang="ko-KR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b="1" sz="23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g2ae802f9d83_0_1"/>
          <p:cNvSpPr txBox="1"/>
          <p:nvPr>
            <p:ph idx="1" type="subTitle"/>
          </p:nvPr>
        </p:nvSpPr>
        <p:spPr>
          <a:xfrm>
            <a:off x="490450" y="882800"/>
            <a:ext cx="10892400" cy="51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800"/>
              <a:t>normal과 관련된 프롬프트 총 a개, abnormal과 관련된 프롬프트 총 b개가 있을 때,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unlabel 이미지 인스턴스에 대해 [a개 중 m번째 normal prompt, b개 중 n번째 abnormal prompt]에 대해 앞서 fine-tunning시킨 clip adapter에 넣어 [normal probability, abnormal probability]인 아웃풋 도출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이를 반복해 총 a*b개의 아웃풋 생성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a*b개에 대해 MCDropout에서 사용하는 방법들 적용</a:t>
            </a:r>
            <a:r>
              <a:rPr lang="ko-KR" sz="1400"/>
              <a:t>(BALD, meanSTD, 변동계수(coefficient of variation, a*b개의 abnormal probability에 대한 표준 편차 ÷ a*b개의 abnormal probability에 대한 평균[1-3]) 등의 여러 방법)</a:t>
            </a:r>
            <a:endParaRPr sz="14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해당 과정으로 모든 unlabel 이미지에 적용하여 불확실성이 큰 순서대로 label 하는 query 전략 구축 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af26c5baa8_0_2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2af26c5baa8_0_2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300"/>
              <a:t>참조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2af26c5baa8_0_2"/>
          <p:cNvSpPr txBox="1"/>
          <p:nvPr>
            <p:ph idx="1" type="subTitle"/>
          </p:nvPr>
        </p:nvSpPr>
        <p:spPr>
          <a:xfrm>
            <a:off x="490450" y="882800"/>
            <a:ext cx="10892400" cy="3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Roy, A. G., Conjeti, S., Navab, N., &amp; Wachinger, C. (2018). Inherent brain segmentation quality control from fully convnet monte carlo sampling. In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Medical Image Computing and Computer Assisted Intervention–MICCAI 2018: 21st International Conference, Granada, Spain, September 16-20, 2018, Proceedings, Part I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(pp. 664-672). Springer International Publishing.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Char char="●"/>
            </a:pP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Nair, T., Precup, D., Arnold, D. L., &amp; Arbel, T. (2020). Exploring uncertainty measures in deep networks for multiple sclerosis lesion detection and segmentation.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Medical image analysis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59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101557.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Char char="●"/>
            </a:pP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Wang, G., Li, W., Aertsen, M., Deprest, J., Ourselin, S., &amp; Vercauteren, T. (2019). Aleatoric uncertainty estimation with test-time augmentation for medical image segmentation with convolutional neural networks.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Neurocomputing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338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34-45.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2023-03-23T02:52:33Z</dcterms:created>
  <dc:creator>user</dc:creator>
</cp:coreProperties>
</file>