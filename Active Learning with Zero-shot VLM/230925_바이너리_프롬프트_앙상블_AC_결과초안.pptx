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2" roundtripDataSignature="AMtx7mi/pLOmA6SjRB0jLuGIX/PEqVje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FC7467E-50B3-4561-9635-A0DF22AA0645}">
  <a:tblStyle styleId="{EFC7467E-50B3-4561-9635-A0DF22AA0645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customschemas.google.com/relationships/presentationmetadata" Target="metadata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7dcbadc0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g27dcbadc0c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/>
          <p:nvPr/>
        </p:nvSpPr>
        <p:spPr>
          <a:xfrm>
            <a:off x="490452" y="257695"/>
            <a:ext cx="11233269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MVTec 템플릿 기반 앙상블(binary)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"/>
          <p:cNvSpPr txBox="1"/>
          <p:nvPr/>
        </p:nvSpPr>
        <p:spPr>
          <a:xfrm>
            <a:off x="255450" y="731675"/>
            <a:ext cx="5176500" cy="5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WinCLIP에서 사용된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-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state level(normal)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"[o]"  "flawless [o]"  "perfect [o]"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"unblemished [o]" "[o] without flaw"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"[o] without defect" 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"[o] without damage"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434343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“good [o]”  “normal [o]”</a:t>
            </a:r>
            <a:endParaRPr b="0" i="0" sz="1800" u="none" cap="none" strike="noStrike">
              <a:solidFill>
                <a:srgbClr val="4343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-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state level(anomaly)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"damaged [o]"  "[o] with flaw"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"[o] with defect"  "[o] with damage"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rgbClr val="434343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+{불량 class} [o]”</a:t>
            </a:r>
            <a:endParaRPr b="0" i="0" sz="1800" u="none" cap="none" strike="noStrike">
              <a:solidFill>
                <a:srgbClr val="4343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-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프롬프트 구조 : “a” + state level + “photo of a “ + object 이름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프롬프트들을 모델에 넣어 얻은 Text feature 들을 평균(앙상블) 한 뒤, cosine 유사도를 구하여 분류 진행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앙상블을 통해 평균적으로 </a:t>
            </a:r>
            <a:r>
              <a:rPr b="1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약 0.2 성능 향상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object의 auroc가 0.5 이상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80" name="Google Shape;80;p2"/>
          <p:cNvGraphicFramePr/>
          <p:nvPr/>
        </p:nvGraphicFramePr>
        <p:xfrm>
          <a:off x="5550407" y="26120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{EFC7467E-50B3-4561-9635-A0DF22AA0645}</a:tableStyleId>
              </a:tblPr>
              <a:tblGrid>
                <a:gridCol w="1077525"/>
                <a:gridCol w="2013875"/>
                <a:gridCol w="1928650"/>
                <a:gridCol w="1527050"/>
              </a:tblGrid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class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accuracy of zero-shot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Average AUROC of zero-shot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auroc증가세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bottle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21.1207%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0.9534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0.5848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cable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23.9865%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0.6922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0.0884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capsule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30.5755%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0.7035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0.1474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rgbClr val="FF0000"/>
                          </a:solidFill>
                        </a:rPr>
                        <a:t>carpet</a:t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35.5556%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0.9624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0.1058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rgbClr val="FF0000"/>
                          </a:solidFill>
                        </a:rPr>
                        <a:t>grid</a:t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90.7407%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0.8536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0.2123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hazelnut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14.8241%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0.8405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0.3405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rgbClr val="FF0000"/>
                          </a:solidFill>
                        </a:rPr>
                        <a:t>leather</a:t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85.6655%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0.2466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metal_nut</a:t>
                      </a:r>
                      <a:endParaRPr b="0" i="0" sz="1400" u="none" cap="none" strike="noStrik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27.4436%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0.6146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0.0069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pill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31.9767%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0.5924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0.1657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screw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24.6073%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0.5846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0.0846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rgbClr val="FF0000"/>
                          </a:solidFill>
                        </a:rPr>
                        <a:t>tile</a:t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23.6364%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0.9491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0.0303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toothbrush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29.6296%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0.7874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0.3466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transistor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12.8%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0.5822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0.1455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ko-KR" sz="1400" u="none" cap="none" strike="noStrike">
                          <a:solidFill>
                            <a:srgbClr val="FF0000"/>
                          </a:solidFill>
                        </a:rPr>
                        <a:t>wood</a:t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90.6977%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0.7706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0.1706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ko-KR" sz="14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zipper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29.5455%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0.7440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0.2440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평균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0.7754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ko-KR" sz="1400" u="none" cap="none" strike="noStrike"/>
                        <a:t>0.1947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/>
        </p:nvSpPr>
        <p:spPr>
          <a:xfrm>
            <a:off x="490452" y="257695"/>
            <a:ext cx="11233269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MVTec 템플릿 앙상블(binary) 기반 AC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0582" y="988540"/>
            <a:ext cx="6125425" cy="5231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/>
        </p:nvSpPr>
        <p:spPr>
          <a:xfrm>
            <a:off x="490452" y="257695"/>
            <a:ext cx="11233269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MVTec 템플릿 앙상블(binary) 기반 AC – initial pool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3539" y="1262062"/>
            <a:ext cx="5210175" cy="43338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 txBox="1"/>
          <p:nvPr/>
        </p:nvSpPr>
        <p:spPr>
          <a:xfrm>
            <a:off x="255450" y="731675"/>
            <a:ext cx="5176500" cy="5078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세팅 정보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Teacher model : CLIP / Student model : ResNet18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MVTec Object : Leather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Optimizer : Adam(1e-4), epoch : 10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불확실성 측정 방법 : temperature(t=10) scaling 후 least confidence수행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지식 전이 결과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Accuracy of student model: 84.21%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Average AUROC of student model: 0.9839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 풀: abnormal만 10개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3095" y="1602259"/>
            <a:ext cx="5210175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 txBox="1"/>
          <p:nvPr/>
        </p:nvSpPr>
        <p:spPr>
          <a:xfrm>
            <a:off x="490452" y="257695"/>
            <a:ext cx="11233269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MVTec 템플릿 앙상블(binary) 기반 AC – 1~5 iteration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255450" y="731675"/>
            <a:ext cx="7158604" cy="61862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세팅 정보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MVTec Object : Leather, 불확실성 측정 방법 : 기존과 동일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Optimizer : Adam(1e-4), 배치사이즈 : 64, epoch : 25 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 iteration마다 3개의 이미지 추가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Temperature : 10, alpha : 0.2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증강방법 : AutoAugmentation(ImagNet policy) 사용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AC 결과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실험 결과 오른쪽 그림과 같이 5 iteration에서 Acc:0.9078, F1:0.7878, auroc0.9848로 최고점을 찍은 뒤, 그 이후로    감소하며 모델의 F1 score가 iteration마다 매우 다른 모습을 보이고 있음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 1&amp;2 iteration에서 normal 이미지가 2개씩 뽑힘 / 그 이후 iteration에서 쭉 abnormal 이미지가 뽑히다가 아주 가끔씩 normal 이미지가 뽑힘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 결과 20 iteration에서 70장의 이미지 중 normal 은 6장만 존재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7dcbadc0c7_0_0"/>
          <p:cNvSpPr txBox="1"/>
          <p:nvPr/>
        </p:nvSpPr>
        <p:spPr>
          <a:xfrm>
            <a:off x="490452" y="257695"/>
            <a:ext cx="1123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ko-KR" sz="3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질문 사항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27dcbadc0c7_0_0"/>
          <p:cNvSpPr txBox="1"/>
          <p:nvPr/>
        </p:nvSpPr>
        <p:spPr>
          <a:xfrm>
            <a:off x="744000" y="1036475"/>
            <a:ext cx="112332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-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MVTec 데이터셋의 다른 </a:t>
            </a: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object</a:t>
            </a: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들도 앞선 object 실험과 유사한 결과를 보일 것 같은데 지금 결과에 대해서 어떻게 생각하시나요?</a:t>
            </a: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(개인적인 생각으로는 하이퍼파라미터 튜닝 및 초창기 iteration에 대해서 섬세하게 진행하면 좋은 결과가 나올 것 같습니다.)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Char char="-"/>
            </a:pPr>
            <a:r>
              <a:rPr b="0" i="0" lang="ko-KR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5 iteration 이후 데이터가 추가됐음에도 불구하고 f1 score를 확인해보면 모델이 되게 불안정하게 학습이 된다 생각하는데 혹시 왜 저런 경향을 보이고 있는 것일까요? </a:t>
            </a: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(개인적으로 오버피팅으로 생각되는데 학습 방법을 조절하면 해결이 될까요?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2023-03-23T02:52:33Z</dcterms:created>
  <dc:creator>user</dc:creator>
</cp:coreProperties>
</file>