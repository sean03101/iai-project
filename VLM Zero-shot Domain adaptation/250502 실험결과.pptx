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Noto Sans KR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SlUiA/rjYi4LelDAMruK6s9Ds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otoSansKR-bold.fntdata"/><Relationship Id="rId14" Type="http://schemas.openxmlformats.org/officeDocument/2006/relationships/font" Target="fonts/NotoSansKR-regular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f0945bc02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4f0945bc02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4f0945bc02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f0945bc02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4f0945bc02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Cameraz 3</a:t>
            </a:r>
            <a:endParaRPr/>
          </a:p>
        </p:txBody>
      </p:sp>
      <p:sp>
        <p:nvSpPr>
          <p:cNvPr id="117" name="Google Shape;117;g34f0945bc02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f0945bc02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4f0945bc02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Cameraz 3</a:t>
            </a:r>
            <a:endParaRPr/>
          </a:p>
        </p:txBody>
      </p:sp>
      <p:sp>
        <p:nvSpPr>
          <p:cNvPr id="130" name="Google Shape;130;g34f0945bc02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cdbc04084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4cdbc04084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뭔가 feature 범위를 망칠 수 있을 거 같긴 함… 그리고 그냥 이상함ㅠ</a:t>
            </a:r>
            <a:endParaRPr/>
          </a:p>
        </p:txBody>
      </p:sp>
      <p:sp>
        <p:nvSpPr>
          <p:cNvPr id="140" name="Google Shape;140;g34cdbc04084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cdbc04084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4cdbc04084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뭔가 feature 범위를 망칠 수 있을 거 같긴 함… 그리고 그냥 이상함ㅠ</a:t>
            </a:r>
            <a:endParaRPr/>
          </a:p>
        </p:txBody>
      </p:sp>
      <p:sp>
        <p:nvSpPr>
          <p:cNvPr id="153" name="Google Shape;153;g34cdbc04084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f0945bc02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4f0945bc02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4f0945bc02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164746" y="2982609"/>
            <a:ext cx="986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250502 실험 결과</a:t>
            </a:r>
            <a:endParaRPr b="1" i="0" sz="2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연구 진행 상황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324724" y="1023021"/>
            <a:ext cx="8246621" cy="507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Pretrained Model 의 GradCAM 결과와 Forward 후 얻은 GradCAM 결과 비교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596" y="1597890"/>
            <a:ext cx="5234761" cy="2323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724" y="4061048"/>
            <a:ext cx="5234761" cy="239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7339" y="1560589"/>
            <a:ext cx="5323695" cy="239812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5943600" y="4382093"/>
            <a:ext cx="5764491" cy="10156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정량적으로 GradCAM 의 성능을 평가할 방법이 없어 직접 탐색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기존에는 특히 brightness 4 도메인에서 GradCAM 의 성능이 크게 저하되었는데,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forward 이후 많이 개선된 모습을 보임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f0945bc02_0_1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연구 진행 상황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4f0945bc02_0_17"/>
          <p:cNvSpPr txBox="1"/>
          <p:nvPr/>
        </p:nvSpPr>
        <p:spPr>
          <a:xfrm>
            <a:off x="324724" y="1023021"/>
            <a:ext cx="8246621" cy="507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Pretrained Model 의 GradCAM 결과와 Forward 후 얻은 GradCAM 결과 비교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g34f0945bc02_0_1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34f0945bc02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636" y="3883480"/>
            <a:ext cx="5143849" cy="235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4f0945bc02_0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724" y="1459400"/>
            <a:ext cx="5234761" cy="231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4f0945bc02_0_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2237" y="1380989"/>
            <a:ext cx="5213898" cy="23981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4f0945bc02_0_17"/>
          <p:cNvSpPr txBox="1"/>
          <p:nvPr/>
        </p:nvSpPr>
        <p:spPr>
          <a:xfrm>
            <a:off x="5943600" y="4202493"/>
            <a:ext cx="5764491" cy="18466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감지하기 어려운 클래스 (scratch, dent) 에 대해서는 여전히 잘 감지하지 못하기도 함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특히 lcondition 도메인의 dent 는 forward 전후에도 거의 감지하지 못함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Forward 이후에 기존보다 더 다른 곳에 집중하는 경우도 소수 존재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하지만 전체적으로는 forward 이후 map 이 많이 개선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f0945bc02_0_44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연구 진행 상황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4f0945bc02_0_44"/>
          <p:cNvSpPr txBox="1"/>
          <p:nvPr/>
        </p:nvSpPr>
        <p:spPr>
          <a:xfrm>
            <a:off x="324724" y="843421"/>
            <a:ext cx="8246621" cy="507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6 class 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g34f0945bc02_0_44"/>
          <p:cNvSpPr/>
          <p:nvPr/>
        </p:nvSpPr>
        <p:spPr>
          <a:xfrm>
            <a:off x="7161666" y="264852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4f0945bc02_0_44"/>
          <p:cNvSpPr txBox="1"/>
          <p:nvPr/>
        </p:nvSpPr>
        <p:spPr>
          <a:xfrm>
            <a:off x="331509" y="1283990"/>
            <a:ext cx="10835255" cy="10156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하고자 하는 pseudo label 별 feature alignment 를 하려면 2 class 보다는 6 class 로 같은 유형끼리 묶여야 같은 특성끼리 정렬될 것이라고 생각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23" name="Google Shape;123;g34f0945bc02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7103" y="1817530"/>
            <a:ext cx="4438996" cy="3699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4f0945bc02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6100" y="1829667"/>
            <a:ext cx="4438996" cy="369916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4f0945bc02_0_44"/>
          <p:cNvSpPr/>
          <p:nvPr/>
        </p:nvSpPr>
        <p:spPr>
          <a:xfrm>
            <a:off x="5476030" y="3389745"/>
            <a:ext cx="443345" cy="28950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25400">
            <a:solidFill>
              <a:srgbClr val="2F49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4f0945bc02_0_44"/>
          <p:cNvSpPr txBox="1"/>
          <p:nvPr/>
        </p:nvSpPr>
        <p:spPr>
          <a:xfrm>
            <a:off x="331509" y="5475186"/>
            <a:ext cx="10835255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Loss 를 아무리 바꿔보아도 f1 score 에 대한 값이 웬만해서는 변하지 않아 차라리 confidence 를 높여주는 방향으로 더 잘 뭉치게 하는 것이 어떨까 생각 …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f0945bc02_0_4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연구 진행 상황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4f0945bc02_0_4"/>
          <p:cNvSpPr txBox="1"/>
          <p:nvPr/>
        </p:nvSpPr>
        <p:spPr>
          <a:xfrm>
            <a:off x="324724" y="843421"/>
            <a:ext cx="8246621" cy="507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6 class 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g34f0945bc02_0_4"/>
          <p:cNvSpPr/>
          <p:nvPr/>
        </p:nvSpPr>
        <p:spPr>
          <a:xfrm>
            <a:off x="7161666" y="264852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4f0945bc02_0_4"/>
          <p:cNvSpPr txBox="1"/>
          <p:nvPr/>
        </p:nvSpPr>
        <p:spPr>
          <a:xfrm>
            <a:off x="331509" y="5141980"/>
            <a:ext cx="10835255" cy="10156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 class 분류에 대한 t SNE (실제 클래스로 색상 부여)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불량으로 묶여 있지만 다른 불량 유형들인데 이들의 representation 을 하나로 묶는다는 것이 애매하다고 생각했음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모델이 어떤 불량 유형이든 하나의 클래스로 분류되도록 representation 을 학습했을 거 같기도 함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6" name="Google Shape;136;g34f0945bc02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1545" y="1351222"/>
            <a:ext cx="4548909" cy="3790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cdbc04084_0_64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연구 진행 상황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4cdbc04084_0_64"/>
          <p:cNvSpPr txBox="1"/>
          <p:nvPr/>
        </p:nvSpPr>
        <p:spPr>
          <a:xfrm>
            <a:off x="324724" y="843421"/>
            <a:ext cx="8246621" cy="507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g34cdbc04084_0_64"/>
          <p:cNvSpPr/>
          <p:nvPr/>
        </p:nvSpPr>
        <p:spPr>
          <a:xfrm>
            <a:off x="7161666" y="264852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4cdbc04084_0_64"/>
          <p:cNvSpPr txBox="1"/>
          <p:nvPr/>
        </p:nvSpPr>
        <p:spPr>
          <a:xfrm>
            <a:off x="331509" y="1244235"/>
            <a:ext cx="11535767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기존은 GradCAM map 에서 threshold 를 넘지 않으면 0으로 처리 (hard label)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🡪  threshold 를 적용하지 않고 GradCAM value 를 feature map 에 곱하여 사용함으로써 더 집중하는 부분의 feature 수치 강조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(soft label)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pseudo label 별로 채널별 평균과 분산 저장  -&gt;  클래스별 평균/분산으로 각 feature map 정규화  -&gt;  각 feature map 이 정규화 된 값과 가까워지도록 MSE loss 설정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Entropy + 0.3*consistency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6" name="Google Shape;146;g34cdbc04084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591" y="2660681"/>
            <a:ext cx="4912263" cy="3393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4cdbc04084_0_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1961" y="2655352"/>
            <a:ext cx="4912263" cy="342325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4cdbc04084_0_64"/>
          <p:cNvSpPr txBox="1"/>
          <p:nvPr/>
        </p:nvSpPr>
        <p:spPr>
          <a:xfrm>
            <a:off x="1905540" y="6178027"/>
            <a:ext cx="21243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4cdbc04084_0_64"/>
          <p:cNvSpPr txBox="1"/>
          <p:nvPr/>
        </p:nvSpPr>
        <p:spPr>
          <a:xfrm>
            <a:off x="8162098" y="6178027"/>
            <a:ext cx="21243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cdbc04084_0_41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연구 진행 상황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4cdbc04084_0_41"/>
          <p:cNvSpPr txBox="1"/>
          <p:nvPr/>
        </p:nvSpPr>
        <p:spPr>
          <a:xfrm>
            <a:off x="324724" y="843421"/>
            <a:ext cx="8246621" cy="507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7" name="Google Shape;157;g34cdbc04084_0_41"/>
          <p:cNvSpPr/>
          <p:nvPr/>
        </p:nvSpPr>
        <p:spPr>
          <a:xfrm>
            <a:off x="7161666" y="264852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4cdbc04084_0_41"/>
          <p:cNvSpPr txBox="1"/>
          <p:nvPr/>
        </p:nvSpPr>
        <p:spPr>
          <a:xfrm>
            <a:off x="331509" y="1244235"/>
            <a:ext cx="11535767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기존은 GradCAM map 에서 threshold 를 넘지 않으면 0으로 처리 (hard label)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🡪  threshold 를 적용하지 않고 GradCAM value 를 feature map 에 곱하여 사용함으로써 더 집중하는 부분의 feature 수치 강조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(soft label)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pseudo label 별로 채널별 평균과 분산 저장  -&gt;  클래스별 평균/분산으로 각 feature map 정규화  -&gt;  각 feature map 이 정규화 된 값과 가까워지도록 MSE loss 설정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Entropy + 0.2*consistency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9" name="Google Shape;159;g34cdbc04084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591" y="2660681"/>
            <a:ext cx="4912263" cy="3393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4cdbc04084_0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1961" y="2668552"/>
            <a:ext cx="4912263" cy="339685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4cdbc04084_0_41"/>
          <p:cNvSpPr txBox="1"/>
          <p:nvPr/>
        </p:nvSpPr>
        <p:spPr>
          <a:xfrm>
            <a:off x="1905540" y="6178027"/>
            <a:ext cx="21243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4cdbc04084_0_41"/>
          <p:cNvSpPr txBox="1"/>
          <p:nvPr/>
        </p:nvSpPr>
        <p:spPr>
          <a:xfrm>
            <a:off x="8162098" y="6178027"/>
            <a:ext cx="21243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f0945bc02_0_86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추후 진행 방향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4f0945bc02_0_86"/>
          <p:cNvSpPr txBox="1"/>
          <p:nvPr/>
        </p:nvSpPr>
        <p:spPr>
          <a:xfrm>
            <a:off x="324724" y="815541"/>
            <a:ext cx="11304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6 class / soft label 로 실험 세팅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GradCAM 대신 CAM 적용…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좋은 GradCAM 은 이미 올바른 feature 를 잘 반영하고 있기 때문에 이에 기반한 최적화 과정으로는 크게 변화가 없지 않을까 생각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또한 Gradient 변화가 거의 일어나지 않기 때문에 GradCAM 보다는 직접적으로 weight 를 기반으로 하는 CAM 이 더 효과가 있을 것이라고 생각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Nominal distribution 기반의 여러 분포를 사용 및 PatchCore를 TTDA에 맞게 변형 및 이론적 뒷받침 구축 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0" name="Google Shape;170;g34f0945bc02_0_86"/>
          <p:cNvSpPr txBox="1"/>
          <p:nvPr/>
        </p:nvSpPr>
        <p:spPr>
          <a:xfrm>
            <a:off x="324724" y="3724825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한계점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4f0945bc02_0_86"/>
          <p:cNvSpPr txBox="1"/>
          <p:nvPr/>
        </p:nvSpPr>
        <p:spPr>
          <a:xfrm>
            <a:off x="324724" y="4260884"/>
            <a:ext cx="11045240" cy="227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업데이트 변화량이 거의 없어 Full parameter 를 완전히 업데이트 해야 변화가 소폭 발생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domain 에 대한 정보를 잊을 수 있다는 단점이 있음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이러한 단점을 방지하기 위해 EMA 방법들을 사용해보려 했으나 변화량이 너무 없는 문제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식을 조금씩 바꿔가며 실험했을 때, 변화가 아예 없거나 source domain 인 repeat 은 종종 성능이 많이 증가하는 경우도 있음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이러한 결과를 보면 Feature alignment 라는 접근법이 가능성이 있어 보이는 거 같으면서도 다른 접근법을 생각하지 못하고 있는 것 같기도 함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