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embeddedFontLst>
    <p:embeddedFont>
      <p:font typeface="Noto Sans KR"/>
      <p:regular r:id="rId8"/>
      <p:bold r:id="rId9"/>
    </p:embeddedFont>
    <p:embeddedFont>
      <p:font typeface="Noto Sans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BCNINuNkw+75tUdG3zfTKbWaT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otoSans-bold.fntdata"/><Relationship Id="rId10" Type="http://schemas.openxmlformats.org/officeDocument/2006/relationships/font" Target="fonts/NotoSans-regular.fntdata"/><Relationship Id="rId13" Type="http://schemas.openxmlformats.org/officeDocument/2006/relationships/font" Target="fonts/NotoSans-boldItalic.fntdata"/><Relationship Id="rId12" Type="http://schemas.openxmlformats.org/officeDocument/2006/relationships/font" Target="fonts/NotoSa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NotoSansKR-bold.fntdata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NotoSansK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5329382" y="826404"/>
            <a:ext cx="6442410" cy="83099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initial labeled pool : 30       + 1개씩 샘플링 하여 100회 진행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optimizer : SGD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(learning rate: 0.01, momentum: 0.9, weight decay: 0.0005)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model : ResNet50</a:t>
            </a:r>
            <a:endParaRPr b="0" i="0" sz="1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42596" y="214604"/>
            <a:ext cx="98624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6"/>
                </a:solidFill>
                <a:latin typeface="Noto Sans"/>
                <a:ea typeface="Noto Sans"/>
                <a:cs typeface="Noto Sans"/>
                <a:sym typeface="Noto Sans"/>
              </a:rPr>
              <a:t>Online augmentation </a:t>
            </a:r>
            <a:r>
              <a:rPr b="1" i="0" lang="en-US" sz="2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시 전체 test set 에 대한 성능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242596" y="657127"/>
            <a:ext cx="986245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Augmentation 별 uncertainty </a:t>
            </a:r>
            <a:r>
              <a:rPr lang="en-US" sz="1600">
                <a:solidFill>
                  <a:schemeClr val="accent6"/>
                </a:solidFill>
                <a:latin typeface="Noto Sans KR"/>
                <a:ea typeface="Noto Sans KR"/>
                <a:cs typeface="Noto Sans KR"/>
                <a:sym typeface="Noto Sans KR"/>
              </a:rPr>
              <a:t>mean</a:t>
            </a:r>
            <a:r>
              <a:rPr lang="en-US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값으로 샘플링</a:t>
            </a:r>
            <a:endParaRPr/>
          </a:p>
        </p:txBody>
      </p:sp>
      <p:pic>
        <p:nvPicPr>
          <p:cNvPr id="91" name="Google Shape;91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6375" y="1807531"/>
            <a:ext cx="4257675" cy="42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6450" y="1809801"/>
            <a:ext cx="4181475" cy="42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153820" y="3129173"/>
            <a:ext cx="83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auroc</a:t>
            </a:r>
            <a:endParaRPr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242596" y="214604"/>
            <a:ext cx="98624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6"/>
                </a:solidFill>
                <a:latin typeface="Noto Sans"/>
                <a:ea typeface="Noto Sans"/>
                <a:cs typeface="Noto Sans"/>
                <a:sym typeface="Noto Sans"/>
              </a:rPr>
              <a:t>Online augmentation </a:t>
            </a:r>
            <a:r>
              <a:rPr b="1" lang="en-US" sz="2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시 전체 test set 에 대한 성능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242596" y="657127"/>
            <a:ext cx="986245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Augmentation 별 uncertainty </a:t>
            </a:r>
            <a:r>
              <a:rPr lang="en-US" sz="1600">
                <a:solidFill>
                  <a:schemeClr val="accent6"/>
                </a:solidFill>
                <a:latin typeface="Noto Sans KR"/>
                <a:ea typeface="Noto Sans KR"/>
                <a:cs typeface="Noto Sans KR"/>
                <a:sym typeface="Noto Sans KR"/>
              </a:rPr>
              <a:t>mean</a:t>
            </a:r>
            <a:r>
              <a:rPr lang="en-US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값으로 샘플링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450826" y="5130187"/>
            <a:ext cx="9862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Online augmentation 방법에서는 대체적으로 모두 잘 학습되는 양상을 보이나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155CC"/>
                </a:solidFill>
                <a:latin typeface="Noto Sans KR"/>
                <a:ea typeface="Noto Sans KR"/>
                <a:cs typeface="Noto Sans KR"/>
                <a:sym typeface="Noto Sans KR"/>
              </a:rPr>
              <a:t>제안하는 방법</a:t>
            </a: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이 </a:t>
            </a:r>
            <a:r>
              <a:rPr lang="en-US">
                <a:solidFill>
                  <a:srgbClr val="FF9900"/>
                </a:solidFill>
                <a:latin typeface="Noto Sans KR"/>
                <a:ea typeface="Noto Sans KR"/>
                <a:cs typeface="Noto Sans KR"/>
                <a:sym typeface="Noto Sans KR"/>
              </a:rPr>
              <a:t>단순 margin</a:t>
            </a: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에 비해 좋은 성능을 내진 못 함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Offline augmentation 방법에서는 잘 학습이 되지 않는 모습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01" name="Google Shape;10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6200" y="2034738"/>
            <a:ext cx="2631431" cy="2527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9082" y="2034738"/>
            <a:ext cx="2631431" cy="2527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1976" y="2034751"/>
            <a:ext cx="2631450" cy="2527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64875" y="2034751"/>
            <a:ext cx="2631450" cy="2527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/>
        </p:nvSpPr>
        <p:spPr>
          <a:xfrm>
            <a:off x="242596" y="214604"/>
            <a:ext cx="98624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보완점</a:t>
            </a:r>
            <a:endParaRPr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242596" y="1074459"/>
            <a:ext cx="98624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6"/>
                </a:solidFill>
                <a:latin typeface="Noto Sans KR"/>
                <a:ea typeface="Noto Sans KR"/>
                <a:cs typeface="Noto Sans KR"/>
                <a:sym typeface="Noto Sans KR"/>
              </a:rPr>
              <a:t>문제점 추정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336971" y="1692083"/>
            <a:ext cx="98625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Offline augmentation 방법에서 과적합 등의 문제가 발생한 것으로 추정</a:t>
            </a:r>
            <a:endParaRPr sz="1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	약 </a:t>
            </a:r>
            <a:r>
              <a:rPr lang="en-US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iter 30 전후로 학습이 잘 되다가 성능이 급격히 감소하여 이를 기점으로 한 문제점 파악 예정</a:t>
            </a:r>
            <a:endParaRPr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단순 uncertainty mean, max 대신 어떠한 scoring 방법 아이디어가 필요할 것 같음</a:t>
            </a:r>
            <a:endParaRPr sz="1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2024-05-05T08:04:52Z</dcterms:created>
  <dc:creator>김나연</dc:creator>
</cp:coreProperties>
</file>