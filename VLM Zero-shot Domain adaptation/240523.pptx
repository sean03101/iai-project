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3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76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61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0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75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31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69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1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15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505F1-061E-4E1C-A1ED-91BEB2867BCB}" type="datetimeFigureOut">
              <a:rPr lang="ko-KR" altLang="en-US" smtClean="0"/>
              <a:t>2024-05-23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2E53B-4C7B-423E-A703-F6835BA685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39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6890" y="1033372"/>
            <a:ext cx="8364747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학습 시 가장 적합한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Augmentation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을 구하기 위해 실험 진행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ko-KR" altLang="en-US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실험 세팅은 다음과 같음</a:t>
            </a:r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num_epoch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100</a:t>
            </a:r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Train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dataset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: 256</a:t>
            </a:r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Validation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dataset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64</a:t>
            </a:r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Optimizer : </a:t>
            </a:r>
            <a:r>
              <a:rPr lang="en-US" altLang="ko-KR" dirty="0" smtClean="0"/>
              <a:t>SGD(1e-3) &amp; </a:t>
            </a:r>
            <a:r>
              <a:rPr lang="en-US" altLang="ko-KR" dirty="0" err="1" smtClean="0"/>
              <a:t>CosineAnnealingLR</a:t>
            </a:r>
            <a:endParaRPr lang="en-US" altLang="ko-KR" dirty="0" smtClean="0"/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이전보다 조금 더 약하게 </a:t>
            </a:r>
            <a:r>
              <a:rPr lang="en-US" altLang="ko-KR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augmentation </a:t>
            </a:r>
            <a:r>
              <a:rPr lang="ko-KR" altLang="en-US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진행 </a:t>
            </a:r>
            <a:r>
              <a:rPr lang="en-US" altLang="ko-KR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&amp; 1</a:t>
            </a:r>
            <a:r>
              <a:rPr lang="ko-KR" altLang="en-US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가지의 </a:t>
            </a:r>
            <a:r>
              <a:rPr lang="en-US" altLang="ko-KR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augmentation</a:t>
            </a:r>
            <a:r>
              <a:rPr lang="ko-KR" altLang="en-US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만 진행</a:t>
            </a:r>
            <a:endParaRPr lang="ko-KR" altLang="en-US" dirty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7429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 smtClean="0"/>
          </a:p>
        </p:txBody>
      </p:sp>
      <p:sp>
        <p:nvSpPr>
          <p:cNvPr id="5" name="Google Shape;111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Online augmentation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선별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실험</a:t>
            </a:r>
            <a:endParaRPr dirty="0">
              <a:latin typeface="Noto Sans KR Black" panose="020B0A00000000000000" pitchFamily="34" charset="-127"/>
              <a:ea typeface="Noto Sans KR Black" panose="020B0A00000000000000" pitchFamily="34" charset="-127"/>
              <a:cs typeface="Noto Sans ExtraBold"/>
              <a:sym typeface="Noto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1980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6890" y="1033372"/>
            <a:ext cx="836474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실험 결과는 다음과 같음</a:t>
            </a:r>
            <a:endParaRPr lang="en-US" altLang="ko-KR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Total :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acc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= 78.88 / f1 = 74.28 /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93.31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Repeat :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acc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= 85.0 / f1 = 81.31 /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95.05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Lcondition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: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acc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= 82.75 / f1 = 77.42 /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94.43 </a:t>
            </a:r>
            <a:endParaRPr lang="en-US" altLang="ko-KR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Cameraz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acc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= 68.25 / f1 = 67.14 /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91.44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Brightness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: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acc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= 79.5 / f1 = 73.25 / </a:t>
            </a:r>
            <a:r>
              <a:rPr lang="en-US" altLang="ko-KR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auc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: 93.05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실험 결과 이전보다 성능이 약간 감소 약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81% -&gt; 78.88%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sym typeface="Noto Sans KR"/>
              </a:rPr>
              <a:t>도중에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sym typeface="Noto Sans KR"/>
              </a:rPr>
              <a:t>local minima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sym typeface="Noto Sans KR"/>
              </a:rPr>
              <a:t>에 빠져 학습이 제대로 되지 않는 경우가 다수 존재</a:t>
            </a:r>
            <a:endParaRPr lang="en-US" altLang="ko-KR" dirty="0" smtClean="0"/>
          </a:p>
        </p:txBody>
      </p:sp>
      <p:sp>
        <p:nvSpPr>
          <p:cNvPr id="5" name="Google Shape;111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Online augmentation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선별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실험</a:t>
            </a:r>
            <a:endParaRPr dirty="0">
              <a:latin typeface="Noto Sans KR Black" panose="020B0A00000000000000" pitchFamily="34" charset="-127"/>
              <a:ea typeface="Noto Sans KR Black" panose="020B0A00000000000000" pitchFamily="34" charset="-127"/>
              <a:cs typeface="Noto Sans ExtraBold"/>
              <a:sym typeface="Noto Sans ExtraBold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098" y="4019909"/>
            <a:ext cx="2760940" cy="21261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142" y="4019909"/>
            <a:ext cx="2760940" cy="21261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6418" y="6146050"/>
            <a:ext cx="1854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Cameraz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0167002" y="6146049"/>
            <a:ext cx="1854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Brightness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4224068" y="6146049"/>
            <a:ext cx="1854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Lcondition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1323484" y="6146049"/>
            <a:ext cx="1854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Repeat</a:t>
            </a:r>
            <a:endParaRPr lang="ko-KR" altLang="en-US" sz="12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029" y="565058"/>
            <a:ext cx="3966654" cy="301194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42" y="4019909"/>
            <a:ext cx="2760939" cy="212614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0498" y="4002436"/>
            <a:ext cx="2783628" cy="21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2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6890" y="1033372"/>
            <a:ext cx="83647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학습한 모델로 불확실성 추정 시 어떤 </a:t>
            </a:r>
            <a:r>
              <a:rPr lang="en-US" altLang="ko-KR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augmentation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이 어떻게 작용하는지 실험 진행</a:t>
            </a:r>
            <a:endParaRPr lang="ko-KR" altLang="en-US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ko-KR" altLang="en-US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실험에 사용하는 모델은 앞서 학습한 모델을 사용</a:t>
            </a:r>
            <a:endParaRPr lang="en-US" altLang="ko-KR" sz="1600" dirty="0" smtClean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dk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Noto Sans KR"/>
              <a:sym typeface="Noto Sans KR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사전에 증강을 해 </a:t>
            </a:r>
            <a:r>
              <a:rPr lang="ko-KR" altLang="en-US" sz="1600" dirty="0" err="1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저장해두었던</a:t>
            </a: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 이미지들을 사용 </a:t>
            </a:r>
            <a:endParaRPr lang="en-US" altLang="ko-KR" dirty="0" smtClean="0"/>
          </a:p>
        </p:txBody>
      </p:sp>
      <p:sp>
        <p:nvSpPr>
          <p:cNvPr id="5" name="Google Shape;111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Uncertainty</a:t>
            </a:r>
            <a:r>
              <a:rPr lang="ko-KR" alt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 </a:t>
            </a:r>
            <a:r>
              <a:rPr lang="ko-KR" alt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측정에 적합한</a:t>
            </a:r>
            <a:r>
              <a:rPr 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augmentation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선별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실험</a:t>
            </a:r>
            <a:endParaRPr dirty="0">
              <a:latin typeface="Noto Sans KR Black" panose="020B0A00000000000000" pitchFamily="34" charset="-127"/>
              <a:ea typeface="Noto Sans KR Black" panose="020B0A00000000000000" pitchFamily="34" charset="-127"/>
              <a:cs typeface="Noto Sans ExtraBold"/>
              <a:sym typeface="Noto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7469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6890" y="1033372"/>
            <a:ext cx="8364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도메인 별 평균</a:t>
            </a:r>
            <a:endParaRPr lang="en-US" altLang="ko-KR" dirty="0" smtClean="0"/>
          </a:p>
        </p:txBody>
      </p:sp>
      <p:sp>
        <p:nvSpPr>
          <p:cNvPr id="5" name="Google Shape;111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Uncertainty</a:t>
            </a:r>
            <a:r>
              <a:rPr lang="ko-KR" alt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 </a:t>
            </a:r>
            <a:r>
              <a:rPr lang="ko-KR" alt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측정에 적합한</a:t>
            </a:r>
            <a:r>
              <a:rPr lang="en-US" sz="2400" dirty="0" smtClean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augmentation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선별 </a:t>
            </a:r>
            <a:r>
              <a:rPr lang="ko-KR" altLang="en-US" sz="2400" dirty="0" smtClean="0">
                <a:solidFill>
                  <a:schemeClr val="dk1"/>
                </a:solidFill>
                <a:latin typeface="Noto Sans KR Black" panose="020B0A00000000000000" pitchFamily="34" charset="-127"/>
                <a:ea typeface="Noto Sans KR Black" panose="020B0A00000000000000" pitchFamily="34" charset="-127"/>
                <a:cs typeface="Noto Sans ExtraBold"/>
                <a:sym typeface="Noto Sans ExtraBold"/>
              </a:rPr>
              <a:t>실험</a:t>
            </a:r>
            <a:endParaRPr dirty="0">
              <a:latin typeface="Noto Sans KR Black" panose="020B0A00000000000000" pitchFamily="34" charset="-127"/>
              <a:ea typeface="Noto Sans KR Black" panose="020B0A00000000000000" pitchFamily="34" charset="-127"/>
              <a:cs typeface="Noto Sans ExtraBold"/>
              <a:sym typeface="Noto Sans ExtraBold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27" y="1653653"/>
            <a:ext cx="1882894" cy="14779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91" y="4747701"/>
            <a:ext cx="2267579" cy="127645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95555" y="3932116"/>
            <a:ext cx="8364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dk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Noto Sans KR"/>
                <a:sym typeface="Noto Sans KR"/>
              </a:rPr>
              <a:t>클래스 별 평균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795" y="1447389"/>
            <a:ext cx="3680131" cy="19974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846" y="4245331"/>
            <a:ext cx="3564080" cy="194847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684" y="1426725"/>
            <a:ext cx="3731639" cy="20549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684" y="4188363"/>
            <a:ext cx="3843575" cy="211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0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191</Words>
  <Application>Microsoft Office PowerPoint</Application>
  <PresentationFormat>와이드스크린</PresentationFormat>
  <Paragraphs>34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ExtraBold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57</cp:revision>
  <dcterms:created xsi:type="dcterms:W3CDTF">2024-05-23T03:31:40Z</dcterms:created>
  <dcterms:modified xsi:type="dcterms:W3CDTF">2024-05-23T06:14:27Z</dcterms:modified>
</cp:coreProperties>
</file>