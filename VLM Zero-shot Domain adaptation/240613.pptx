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Noto Sans KR"/>
      <p:regular r:id="rId10"/>
      <p:bold r:id="rId11"/>
    </p:embeddedFont>
    <p:embeddedFont>
      <p:font typeface="Noto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ANSYJH75fxxaV36H3LNJkTmaK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KR-bold.fntdata"/><Relationship Id="rId10" Type="http://schemas.openxmlformats.org/officeDocument/2006/relationships/font" Target="fonts/NotoSansKR-regular.fntdata"/><Relationship Id="rId13" Type="http://schemas.openxmlformats.org/officeDocument/2006/relationships/font" Target="fonts/NotoSans-bold.fntdata"/><Relationship Id="rId12" Type="http://schemas.openxmlformats.org/officeDocument/2006/relationships/font" Target="fonts/Noto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otoSans-boldItalic.fntdata"/><Relationship Id="rId14" Type="http://schemas.openxmlformats.org/officeDocument/2006/relationships/font" Target="fonts/NotoSans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38454e2c7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2738454e2c7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38454e2c7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2738454e2c7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738454e2c7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g2738454e2c7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38454e2c7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2738454e2c7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738454e2c7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738454e2c7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2738454e2c7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38454e2c7_0_54"/>
          <p:cNvSpPr txBox="1"/>
          <p:nvPr/>
        </p:nvSpPr>
        <p:spPr>
          <a:xfrm>
            <a:off x="5329382" y="826404"/>
            <a:ext cx="6442500" cy="831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initial labeled pool : 30       + 1개씩 샘플링 하여 100회 진행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optimizer : SGD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(learning rate: 0.01, momentum: 0.9, weight decay: 0.0005)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model : ResNet50</a:t>
            </a:r>
            <a:endParaRPr b="0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" name="Google Shape;89;g2738454e2c7_0_54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Augmentation 별 uncertainty </a:t>
            </a:r>
            <a:r>
              <a:rPr b="1" i="0" lang="en-US" sz="1800" u="none" cap="none" strike="noStrike">
                <a:solidFill>
                  <a:schemeClr val="accent6"/>
                </a:solidFill>
                <a:latin typeface="Noto Sans"/>
                <a:ea typeface="Noto Sans"/>
                <a:cs typeface="Noto Sans"/>
                <a:sym typeface="Noto Sans"/>
              </a:rPr>
              <a:t>mean</a:t>
            </a: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값으로 샘플링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0" name="Google Shape;90;g2738454e2c7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8475" y="1809802"/>
            <a:ext cx="4257675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2738454e2c7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6150" y="1809804"/>
            <a:ext cx="4181475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738454e2c7_0_14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Augmentation 별 uncertainty </a:t>
            </a:r>
            <a:r>
              <a:rPr b="1" lang="en-US" sz="1800">
                <a:solidFill>
                  <a:schemeClr val="accent6"/>
                </a:solidFill>
                <a:latin typeface="Noto Sans"/>
                <a:ea typeface="Noto Sans"/>
                <a:cs typeface="Noto Sans"/>
                <a:sym typeface="Noto Sans"/>
              </a:rPr>
              <a:t>mean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값으로 샘플링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7" name="Google Shape;97;g2738454e2c7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42965"/>
            <a:ext cx="12191999" cy="1643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2738454e2c7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21515"/>
            <a:ext cx="12191999" cy="1643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2738454e2c7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700015"/>
            <a:ext cx="12191999" cy="1643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2738454e2c7_0_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5289821"/>
            <a:ext cx="12191999" cy="1652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38454e2c7_0_7"/>
          <p:cNvSpPr txBox="1"/>
          <p:nvPr/>
        </p:nvSpPr>
        <p:spPr>
          <a:xfrm>
            <a:off x="5329382" y="826404"/>
            <a:ext cx="6442500" cy="831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initial labeled pool : 30       + 1개씩 샘플링 하여 100회 진행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optimizer : SGD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(learning rate: 0.01, momentum: 0.9, weight decay: 0.0005)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model : ResNet50</a:t>
            </a:r>
            <a:endParaRPr b="0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" name="Google Shape;106;g2738454e2c7_0_7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Augmentation 별 uncertainty </a:t>
            </a:r>
            <a:r>
              <a:rPr b="1" lang="en-US" sz="1800">
                <a:solidFill>
                  <a:schemeClr val="accent6"/>
                </a:solidFill>
                <a:latin typeface="Noto Sans"/>
                <a:ea typeface="Noto Sans"/>
                <a:cs typeface="Noto Sans"/>
                <a:sym typeface="Noto Sans"/>
              </a:rPr>
              <a:t>max </a:t>
            </a: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값으로 샘플링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07" name="Google Shape;107;g2738454e2c7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8725" y="1809804"/>
            <a:ext cx="4181475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2738454e2c7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1050" y="1811127"/>
            <a:ext cx="4257675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38454e2c7_0_66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Augmentation 별 uncertainty </a:t>
            </a:r>
            <a:r>
              <a:rPr b="1" lang="en-US" sz="1800">
                <a:solidFill>
                  <a:schemeClr val="accent6"/>
                </a:solidFill>
                <a:latin typeface="Noto Sans"/>
                <a:ea typeface="Noto Sans"/>
                <a:cs typeface="Noto Sans"/>
                <a:sym typeface="Noto Sans"/>
              </a:rPr>
              <a:t>max </a:t>
            </a: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값으로 샘플링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14" name="Google Shape;114;g2738454e2c7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6465"/>
            <a:ext cx="12191999" cy="1643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2738454e2c7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73940"/>
            <a:ext cx="12191999" cy="1643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2738454e2c7_0_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741965"/>
            <a:ext cx="12191999" cy="1643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2738454e2c7_0_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5310346"/>
            <a:ext cx="12191999" cy="1652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738454e2c7_0_86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보완점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" name="Google Shape;124;g2738454e2c7_0_86"/>
          <p:cNvSpPr txBox="1"/>
          <p:nvPr/>
        </p:nvSpPr>
        <p:spPr>
          <a:xfrm>
            <a:off x="242596" y="1074459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문제점 추정</a:t>
            </a:r>
            <a:endParaRPr/>
          </a:p>
        </p:txBody>
      </p:sp>
      <p:sp>
        <p:nvSpPr>
          <p:cNvPr id="125" name="Google Shape;125;g2738454e2c7_0_86"/>
          <p:cNvSpPr txBox="1"/>
          <p:nvPr/>
        </p:nvSpPr>
        <p:spPr>
          <a:xfrm>
            <a:off x="336971" y="1443758"/>
            <a:ext cx="98625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Offline augmentation 방법에서</a:t>
            </a: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 학습이 되지 않는 문제점 원인 파악 필요</a:t>
            </a:r>
            <a:endParaRPr sz="150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uncertainty mean, max 대신 어떠한 scoring 방법 아이디어가 필요할 것 같음</a:t>
            </a:r>
            <a:endParaRPr sz="160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