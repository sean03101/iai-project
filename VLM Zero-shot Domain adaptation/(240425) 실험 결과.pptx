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Noto Sans KR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z27PlC/Dy0pjEH/CymSWhiL/c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KR-bold.fntdata"/><Relationship Id="rId16" Type="http://schemas.openxmlformats.org/officeDocument/2006/relationships/font" Target="fonts/NotoSansK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왜 랜덤하게 이미지를 크롭했는지 -&gt; object detection 관련??..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왜 이미지 feature extractor 와 projector 를 분리하여 쓰는지 -&gt; object detection model 관련??... 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CLIP the Gap- A Single Domain Generalization Approach for Object Detection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1"/>
          <p:cNvSpPr txBox="1"/>
          <p:nvPr/>
        </p:nvSpPr>
        <p:spPr>
          <a:xfrm>
            <a:off x="221941" y="943208"/>
            <a:ext cx="114877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single domain (맑은날) image 로 학습한 모델에 텍스트 프롬프트로 기상 상황 정보를 주어 domain shift (안개, 비, 밤, 밤비) 상황의 이미지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614" y="1366185"/>
            <a:ext cx="4031952" cy="2591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79" y="4106972"/>
            <a:ext cx="4706007" cy="828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941" y="1468166"/>
            <a:ext cx="2257740" cy="76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279" y="2882833"/>
            <a:ext cx="3096057" cy="5715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2601157" y="1682842"/>
            <a:ext cx="3680771" cy="430887"/>
          </a:xfrm>
          <a:prstGeom prst="rect">
            <a:avLst/>
          </a:prstGeom>
          <a:noFill/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Qs : Source domain 관련 프롬프트 텍스트를 임베딩 한 것</a:t>
            </a:r>
            <a:endParaRPr b="0" i="0" sz="11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Qt : target domain 관련 프롬프트 텍스트 임베딩 한 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21941" y="2235377"/>
            <a:ext cx="658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Z* = 랜덤 크롭한 source 이미지의 임베딩 벡터 + 프롬프트 텍스트 간 코사인 유사도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j = 도메인</a:t>
            </a:r>
            <a:endParaRPr b="0" i="0" sz="120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21941" y="3390924"/>
            <a:ext cx="755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(랜덤 크롭한 source 이미지의 representation + 도메인별 aug) 을 multimodal 공간으로 임베딩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Aj = zero vector</a:t>
            </a:r>
            <a:endParaRPr b="0" i="0" sz="11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21951" y="4872125"/>
            <a:ext cx="1009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(이미지+도메인별 텍스트 유사도) 와 (이미지+도메인별 aug) 간의 거리를 최소화 시키는 도메인 별 augmentation vector 을 학습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ko-KR" sz="1200" u="none" cap="none" strike="noStrike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 기존 정보와 너무 벗어나지 않도록 L1 regularization 추가</a:t>
            </a:r>
            <a:endParaRPr b="0" i="0" sz="1200" u="none" cap="none" strike="noStrike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이렇게 얻은 도메인별 augmentation 을 데이터에 offline 적용하여 학습 데이터로 사용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1950" y="6033550"/>
            <a:ext cx="11970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Main idea : 이미지 representation + 도메인 별로 특정 augmentation (vector) =&gt; domain shift 된 이미지 representation 을 얻을 수 있을 것이다?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 때의 도메인별 augmentation vector 는 text 간 관계를 이용하여 학습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6936925" y="4167875"/>
            <a:ext cx="5038800" cy="600300"/>
          </a:xfrm>
          <a:prstGeom prst="rect">
            <a:avLst/>
          </a:prstGeom>
          <a:noFill/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* Feature extract 와 embedding 분리 </a:t>
            </a:r>
            <a:r>
              <a:rPr b="0" i="0" lang="ko-KR" sz="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(왜인지는 이해못함. Fast RCNN 구조와 연관..?)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block 1-3 은 이미지 feature extract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ko-KR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block 4 는       를 multimodal 공간에 임베딩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6863" y="4401756"/>
            <a:ext cx="177250" cy="14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2149" y="4560725"/>
            <a:ext cx="177250" cy="14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57477" y="4559415"/>
            <a:ext cx="190749" cy="168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8246175" y="1377825"/>
            <a:ext cx="2424000" cy="165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5418025" y="1771475"/>
            <a:ext cx="306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"/>
          <p:cNvCxnSpPr/>
          <p:nvPr/>
        </p:nvCxnSpPr>
        <p:spPr>
          <a:xfrm flipH="1" rot="10800000">
            <a:off x="6371100" y="2627275"/>
            <a:ext cx="21132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2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CLIP the Gap- A Single Domain Generalization Approach for Object Detection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4" name="Google Shape;114;p2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2"/>
          <p:cNvSpPr txBox="1"/>
          <p:nvPr/>
        </p:nvSpPr>
        <p:spPr>
          <a:xfrm>
            <a:off x="221941" y="943208"/>
            <a:ext cx="119700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Weather 에 대한 텍스트 정보를 주기 위해, CLIP으로 WordNet에 존재하는 weather 하위어 텍스트 임베딩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3971464" y="1144310"/>
            <a:ext cx="147751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* 영어 의미 어휘목록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21946" y="3003813"/>
            <a:ext cx="626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 base CLIP 사용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image encoder, text encoder 는 frozen 하고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벡터 간 거리를 최소화하는 </a:t>
            </a: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vector </a:t>
            </a: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21959" y="1607000"/>
            <a:ext cx="573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Single domain prompt : an image taken during the 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221954" y="2439550"/>
            <a:ext cx="422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 prompt : An image taken on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026124" y="2008655"/>
            <a:ext cx="1131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Snow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Cloudy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stormy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5049113" y="2218843"/>
            <a:ext cx="113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evening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2"/>
          <p:cNvSpPr/>
          <p:nvPr/>
        </p:nvSpPr>
        <p:spPr>
          <a:xfrm flipH="1">
            <a:off x="4902713" y="2114321"/>
            <a:ext cx="146400" cy="102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5124142" y="2313855"/>
            <a:ext cx="121500" cy="548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118869" y="2114321"/>
            <a:ext cx="146400" cy="102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2"/>
          <p:cNvSpPr/>
          <p:nvPr/>
        </p:nvSpPr>
        <p:spPr>
          <a:xfrm flipH="1">
            <a:off x="5983725" y="2313855"/>
            <a:ext cx="121500" cy="548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2"/>
          <p:cNvSpPr/>
          <p:nvPr/>
        </p:nvSpPr>
        <p:spPr>
          <a:xfrm rot="5400000">
            <a:off x="7037650" y="1816500"/>
            <a:ext cx="1400100" cy="76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162463" y="1937793"/>
            <a:ext cx="113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Text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encoder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2"/>
          <p:cNvSpPr/>
          <p:nvPr/>
        </p:nvSpPr>
        <p:spPr>
          <a:xfrm rot="5400000">
            <a:off x="8071750" y="1816500"/>
            <a:ext cx="1400100" cy="76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8206138" y="1937793"/>
            <a:ext cx="113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텍스트 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cosine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similarity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9421738" y="1937793"/>
            <a:ext cx="113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+"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임베딩 벡터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9421767" y="3978650"/>
            <a:ext cx="26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+"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representation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2"/>
          <p:cNvSpPr/>
          <p:nvPr/>
        </p:nvSpPr>
        <p:spPr>
          <a:xfrm rot="5400000">
            <a:off x="8071750" y="3963950"/>
            <a:ext cx="1400100" cy="76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7900150" y="4085250"/>
            <a:ext cx="174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vector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(init : zero vector)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2"/>
          <p:cNvSpPr txBox="1"/>
          <p:nvPr/>
        </p:nvSpPr>
        <p:spPr>
          <a:xfrm rot="5400000">
            <a:off x="9561771" y="3062050"/>
            <a:ext cx="410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~</a:t>
            </a:r>
            <a:endParaRPr b="1" i="0" sz="2200" u="none" cap="none" strike="noStrike">
              <a:solidFill>
                <a:srgbClr val="000000"/>
              </a:solidFill>
            </a:endParaRPr>
          </a:p>
        </p:txBody>
      </p:sp>
      <p:sp>
        <p:nvSpPr>
          <p:cNvPr id="135" name="Google Shape;135;p2"/>
          <p:cNvSpPr txBox="1"/>
          <p:nvPr/>
        </p:nvSpPr>
        <p:spPr>
          <a:xfrm rot="5400000">
            <a:off x="9782346" y="3062050"/>
            <a:ext cx="410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~</a:t>
            </a:r>
            <a:endParaRPr b="1" i="0" sz="2200" u="none" cap="none" strike="noStrike">
              <a:solidFill>
                <a:srgbClr val="000000"/>
              </a:solidFill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7981575" y="3482500"/>
            <a:ext cx="4128900" cy="165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7" name="Google Shape;13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388" y="3788775"/>
            <a:ext cx="4405937" cy="28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"/>
          <p:cNvSpPr txBox="1"/>
          <p:nvPr/>
        </p:nvSpPr>
        <p:spPr>
          <a:xfrm>
            <a:off x="2221221" y="5795500"/>
            <a:ext cx="6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train 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Cognex Zero-shot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5" name="Google Shape;145;p15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5"/>
          <p:cNvSpPr txBox="1"/>
          <p:nvPr/>
        </p:nvSpPr>
        <p:spPr>
          <a:xfrm>
            <a:off x="221941" y="943208"/>
            <a:ext cx="11970059" cy="3323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CLIP 모델로 CLIP 제로샷 진행 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프롬프트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['A photo of a D-SUB connector with no defects',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 "A photo of a D-SUB connector used to scrape or dig on a black surface by its sharpness.",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 "A photo of a D-SUB connector with foreign materials in the pin holes.",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 "A photo of a D-SUB connector with its pins visibly bent or deformed.",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 "A photo of a D-SUB connector on a black surface, showing a hollow area.",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 "A photo of a D-SUB connector with something sticky on the black surface around it."]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Acc : 0.0756, F1 : 0.0237, AUROC : 0.5364 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300" y="1842795"/>
            <a:ext cx="3867150" cy="1382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204" y="3715143"/>
            <a:ext cx="6405314" cy="271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Cognex Fine-tunning using Coop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5" name="Google Shape;155;p16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16"/>
          <p:cNvSpPr txBox="1"/>
          <p:nvPr/>
        </p:nvSpPr>
        <p:spPr>
          <a:xfrm>
            <a:off x="221941" y="943208"/>
            <a:ext cx="11970059" cy="450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Coop을 활용해 CLIP 모델 Fine-tunning 진행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IID 상황(repeat만 학습에 사용해서 repeat 도메인만 예측)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하이퍼 파라미터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batch_size = 64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num_epoch = 300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Backbone : </a:t>
            </a: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RN50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SGD(1e-2) + 코싸인어닐링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context_mode : class specific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class_token_position : middle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토큰개수 :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b="0" i="0" lang="ko-K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acc:0.49, f1:0.354486, auroc0.51908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0113" y="868656"/>
            <a:ext cx="3538377" cy="2849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6242" y="3792698"/>
            <a:ext cx="3437928" cy="3045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Vision-Language Models for Vision Tasks: A Survey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65" name="Google Shape;165;p17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17"/>
          <p:cNvSpPr txBox="1"/>
          <p:nvPr/>
        </p:nvSpPr>
        <p:spPr>
          <a:xfrm>
            <a:off x="221941" y="943208"/>
            <a:ext cx="11970059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VLM 모델을 활용한 비젼 분야(classification, segmentation, detection 등)가 어떻게 사용되는지 정리해둔 논문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79" y="1987202"/>
            <a:ext cx="5300913" cy="361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3802" y="2651760"/>
            <a:ext cx="6341245" cy="1982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Exploring Visual Prompts for Adapting Large-Scale Models(22arXiv)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5" name="Google Shape;175;p18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18"/>
          <p:cNvSpPr txBox="1"/>
          <p:nvPr/>
        </p:nvSpPr>
        <p:spPr>
          <a:xfrm>
            <a:off x="221941" y="943208"/>
            <a:ext cx="11970059" cy="1600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visual promopt 라는 random noise와 학습에 사용할 이미지 합성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backbone model 은 frozen 된 상태로, learnable parameter로 만들어진 image perturbation을 통해 task 자체를 reprogramming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learnable parameter를 학습하면서 frozen model 을 새로 programming 된 task 에 adapt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785" y="3048000"/>
            <a:ext cx="4584215" cy="3213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velog.velcdn.com/images/jaeheon-lee/post/b747b053-003a-4bb9-acc9-5933e5ae93c2/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0996" y="3164700"/>
            <a:ext cx="5064254" cy="2760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Robust fine-tuning of zero-shot models(22CVPR)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19"/>
          <p:cNvSpPr txBox="1"/>
          <p:nvPr/>
        </p:nvSpPr>
        <p:spPr>
          <a:xfrm>
            <a:off x="221941" y="943208"/>
            <a:ext cx="11970059" cy="181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WiSE-FT 방법론은 미세 조정(fine-tuning) 단계에서 제로샷(zero-shot) 학습 결과를 특정 비율(alpha)로 유지하여 모델을 업데이트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제로샷의 weight(theta_0)와 Fine-tunning 진행중인 weight(theta_1) 사이의 가중 평균을 계산하며 업데이트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결과적으로 모델이 새로운 데이터에 더 잘 적응하면서도, 사전에 학습된 지식을 잃지                                                                                                                                                                           않도록 도와줌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1775" y="2178039"/>
            <a:ext cx="5170550" cy="4384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DenseCLIP: Language-Guided Dense Prediction with Context-Aware Prompting(CVPR 2022)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20"/>
          <p:cNvSpPr txBox="1"/>
          <p:nvPr/>
        </p:nvSpPr>
        <p:spPr>
          <a:xfrm>
            <a:off x="221941" y="943208"/>
            <a:ext cx="11970059" cy="2246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CLIP의 image-text matching을 pixel-text matching로 전환하는 과정 제안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DenseCLIP은 먼저 두 Encoder로 image embedding과 두 임베딩에 cross-attention을 적용한 K-class text embedding을 추출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pixel-text score maps를 계산하여 dense prediction에 활용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score map은 Decoder로 들어가 mask 이미지로 복원되며, mask 이미지를 통해 Ground Truth와 matching loss 계산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708687"/>
            <a:ext cx="8032770" cy="2974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850" y="3824097"/>
            <a:ext cx="3513397" cy="2624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Image Segmentation Using Text and Image Prompts(22CVPR)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p21"/>
          <p:cNvSpPr txBox="1"/>
          <p:nvPr/>
        </p:nvSpPr>
        <p:spPr>
          <a:xfrm>
            <a:off x="221941" y="943208"/>
            <a:ext cx="11970059" cy="2462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Weather 에 대한 텍스트 정보를 주기 위해, CLIP으로 WordNet에 존재하는 weather 하위어 텍스트 임베딩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Support 이미지와 mask를 결합한 이미지를 CLIP을 통해 embedding을 진행한 뒤, Feature-wise transformations 수행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U-net의 skip connetcion과 유사하게 CLIP visual transformer와 대응되는 단계에서의 정보와 이전 단계의 CLIP visual transformer 정보가 연결되어 분할된 이미지를 재구성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HuggingFace Transformers library에 존재하여 쉽게 사용 가능 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895" y="3801195"/>
            <a:ext cx="7562088" cy="27934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blog.kakaocdn.net/dn/nl8TG/btsmzG7qmOA/GCopeUkLQNQHXnRs8zmEh1/img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7483" y="3814468"/>
            <a:ext cx="2848484" cy="278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221942" y="268505"/>
            <a:ext cx="10608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사항</a:t>
            </a:r>
            <a:endParaRPr b="0" i="0" sz="1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14" name="Google Shape;214;p22"/>
          <p:cNvCxnSpPr/>
          <p:nvPr/>
        </p:nvCxnSpPr>
        <p:spPr>
          <a:xfrm>
            <a:off x="292963" y="753246"/>
            <a:ext cx="1098167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22"/>
          <p:cNvSpPr txBox="1"/>
          <p:nvPr/>
        </p:nvSpPr>
        <p:spPr>
          <a:xfrm>
            <a:off x="221941" y="943208"/>
            <a:ext cx="11970059" cy="2031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Segmentation vs Classification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Few-shot 상황을 추가적으로 도입할 것인지? - 더 극한의 상황으로써 포지셔닝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VLM 성능이 아예 안나오는데 굳이 VLM 모델을 파인튜닝 하는 것이 맞는지? – 기존의 DA 모델 + VLM 모델로 도메인 정보 제공</a:t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2024-04-24T14:12:21Z</dcterms:created>
  <dc:creator>김나연</dc:creator>
</cp:coreProperties>
</file>