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Noto Sans KR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j9iieq0zcvGPw7+g97kas+xxZl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otoSansKR-regular.fntdata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font" Target="fonts/NotoSansKR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7fb62fb628_2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27fb62fb628_2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g27fb62fb628_2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f41bc3edff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2f41bc3edff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2f41bc3edff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f41bc3edf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2f41bc3edf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g2f41bc3edf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f3fc49e0da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2f3fc49e0da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g2f3fc49e0da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f3fc49e0da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2f3fc49e0da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g2f3fc49e0da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7890a8e1c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27890a8e1c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g27890a8e1c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7fb62fb628_2_26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</a:t>
            </a:r>
            <a:endParaRPr b="1" i="0" sz="1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0" name="Google Shape;90;g27fb62fb628_2_26"/>
          <p:cNvSpPr txBox="1"/>
          <p:nvPr/>
        </p:nvSpPr>
        <p:spPr>
          <a:xfrm>
            <a:off x="3428400" y="5450350"/>
            <a:ext cx="71682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(288,512) 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이미지에 검은색 패딩을 추가하여 (512,512)로 변환한 예시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91" name="Google Shape;91;g27fb62fb628_2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3725" y="596477"/>
            <a:ext cx="4584548" cy="4584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f41bc3edff_0_9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패딩 적용한 이미지로 학습한 모델 </a:t>
            </a:r>
            <a:r>
              <a:rPr b="1" lang="en-US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</a:t>
            </a:r>
            <a:endParaRPr b="1" i="0" sz="1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98" name="Google Shape;98;g2f41bc3edff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0351" y="1183424"/>
            <a:ext cx="4340700" cy="329598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2f41bc3edff_0_9"/>
          <p:cNvSpPr txBox="1"/>
          <p:nvPr/>
        </p:nvSpPr>
        <p:spPr>
          <a:xfrm>
            <a:off x="7295525" y="4526975"/>
            <a:ext cx="434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vit_large_patch32_384 (Acc : 0.8144 / F1 : 0.7158)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" name="Google Shape;100;g2f41bc3edff_0_9"/>
          <p:cNvSpPr txBox="1"/>
          <p:nvPr/>
        </p:nvSpPr>
        <p:spPr>
          <a:xfrm>
            <a:off x="3735850" y="5757775"/>
            <a:ext cx="716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2400">
                <a:latin typeface="Noto Sans KR"/>
                <a:ea typeface="Noto Sans KR"/>
                <a:cs typeface="Noto Sans KR"/>
                <a:sym typeface="Noto Sans KR"/>
              </a:rPr>
              <a:t>기존에 학습한 방법과 큰 차이 없음!</a:t>
            </a:r>
            <a:endParaRPr b="1" i="0" sz="2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01" name="Google Shape;101;g2f41bc3edff_0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8850" y="1183425"/>
            <a:ext cx="4340700" cy="329595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2f41bc3edff_0_9"/>
          <p:cNvSpPr txBox="1"/>
          <p:nvPr/>
        </p:nvSpPr>
        <p:spPr>
          <a:xfrm>
            <a:off x="1914225" y="4526975"/>
            <a:ext cx="434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RN50</a:t>
            </a:r>
            <a:r>
              <a:rPr lang="en-US">
                <a:solidFill>
                  <a:schemeClr val="dk1"/>
                </a:solidFill>
              </a:rPr>
              <a:t> (Acc : 0.815 / F1 : 0.7415)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f41bc3edff_0_0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</a:t>
            </a:r>
            <a:endParaRPr b="1" i="0" sz="1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9" name="Google Shape;109;g2f41bc3edff_0_0"/>
          <p:cNvSpPr txBox="1"/>
          <p:nvPr/>
        </p:nvSpPr>
        <p:spPr>
          <a:xfrm>
            <a:off x="4953725" y="1375200"/>
            <a:ext cx="71682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accent6"/>
                </a:solidFill>
                <a:latin typeface="Noto Sans KR"/>
                <a:ea typeface="Noto Sans KR"/>
                <a:cs typeface="Noto Sans KR"/>
                <a:sym typeface="Noto Sans KR"/>
              </a:rPr>
              <a:t>margin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source domain 만을 이용하여 margin 적용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CC0000"/>
                </a:solidFill>
                <a:latin typeface="Noto Sans KR"/>
                <a:ea typeface="Noto Sans KR"/>
                <a:cs typeface="Noto Sans KR"/>
                <a:sym typeface="Noto Sans KR"/>
              </a:rPr>
              <a:t>bald</a:t>
            </a:r>
            <a:r>
              <a:rPr b="0" i="0" lang="en-US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: source domain 만을 이용하여 BALD 방법 적용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A86E8"/>
                </a:solidFill>
                <a:latin typeface="Noto Sans KR"/>
                <a:ea typeface="Noto Sans KR"/>
                <a:cs typeface="Noto Sans KR"/>
                <a:sym typeface="Noto Sans KR"/>
              </a:rPr>
              <a:t>aug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(augmentation 들의 entropy 평균) - (augmentation 들의 평균 예측 분포 entropy)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Noto Sans KR"/>
                <a:ea typeface="Noto Sans KR"/>
                <a:cs typeface="Noto Sans KR"/>
                <a:sym typeface="Noto Sans KR"/>
              </a:rPr>
              <a:t>aug_bald</a:t>
            </a:r>
            <a:r>
              <a:rPr b="0" i="0" lang="en-US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: aug 방법 + dropout 0.5 적용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10" name="Google Shape;110;g2f41bc3edff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600" y="1111525"/>
            <a:ext cx="4188500" cy="422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f3fc49e0da_0_16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 - 도메인별</a:t>
            </a:r>
            <a:endParaRPr b="1" i="0" sz="1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7" name="Google Shape;117;g2f3fc49e0da_0_16"/>
          <p:cNvSpPr txBox="1"/>
          <p:nvPr/>
        </p:nvSpPr>
        <p:spPr>
          <a:xfrm>
            <a:off x="308325" y="4636450"/>
            <a:ext cx="71682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9900"/>
                </a:solidFill>
                <a:latin typeface="Noto Sans KR"/>
                <a:ea typeface="Noto Sans KR"/>
                <a:cs typeface="Noto Sans KR"/>
                <a:sym typeface="Noto Sans KR"/>
              </a:rPr>
              <a:t>margin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source domain 만을 이용하여 margin 적용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CC0000"/>
                </a:solidFill>
                <a:latin typeface="Noto Sans KR"/>
                <a:ea typeface="Noto Sans KR"/>
                <a:cs typeface="Noto Sans KR"/>
                <a:sym typeface="Noto Sans KR"/>
              </a:rPr>
              <a:t>bald</a:t>
            </a:r>
            <a:r>
              <a:rPr b="0" i="0" lang="en-US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: source domain 만을 이용하여 BALD 방법 적용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aug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(augmentation 들의 entropy 평균) - (augmentation 들의 평균 예측 분포 entropy)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4A86E8"/>
                </a:solidFill>
                <a:latin typeface="Noto Sans KR"/>
                <a:ea typeface="Noto Sans KR"/>
                <a:cs typeface="Noto Sans KR"/>
                <a:sym typeface="Noto Sans KR"/>
              </a:rPr>
              <a:t>aug_bald</a:t>
            </a:r>
            <a:r>
              <a:rPr b="0" i="0" lang="en-US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: aug 방법 + dropout 0.5 적용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18" name="Google Shape;118;g2f3fc49e0da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78478"/>
            <a:ext cx="2957575" cy="3038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2f3fc49e0da_0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1100" y="878474"/>
            <a:ext cx="3011475" cy="3038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2f3fc49e0da_0_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84475" y="904192"/>
            <a:ext cx="3011475" cy="3038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2f3fc49e0da_0_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01575" y="878475"/>
            <a:ext cx="3011468" cy="303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f3fc49e0da_0_26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그런데..</a:t>
            </a:r>
            <a:endParaRPr b="1" i="0" sz="1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8" name="Google Shape;128;g2f3fc49e0da_0_26"/>
          <p:cNvSpPr txBox="1"/>
          <p:nvPr/>
        </p:nvSpPr>
        <p:spPr>
          <a:xfrm>
            <a:off x="3328375" y="4143575"/>
            <a:ext cx="71682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9900"/>
                </a:solidFill>
                <a:latin typeface="Noto Sans KR"/>
                <a:ea typeface="Noto Sans KR"/>
                <a:cs typeface="Noto Sans KR"/>
                <a:sym typeface="Noto Sans KR"/>
              </a:rPr>
              <a:t>margin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source domain 만을 이용하여 margin 적용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CC0000"/>
                </a:solidFill>
                <a:latin typeface="Noto Sans KR"/>
                <a:ea typeface="Noto Sans KR"/>
                <a:cs typeface="Noto Sans KR"/>
                <a:sym typeface="Noto Sans KR"/>
              </a:rPr>
              <a:t>bald</a:t>
            </a:r>
            <a:r>
              <a:rPr b="0" i="0" lang="en-US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: source domain 만을 이용하여 BALD 방법 적용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aug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: (augmentation 들의 entropy 평균) - (augmentation 들의 평균 예측 분포 entropy)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4A86E8"/>
                </a:solidFill>
                <a:latin typeface="Noto Sans KR"/>
                <a:ea typeface="Noto Sans KR"/>
                <a:cs typeface="Noto Sans KR"/>
                <a:sym typeface="Noto Sans KR"/>
              </a:rPr>
              <a:t>aug_bald</a:t>
            </a:r>
            <a:r>
              <a:rPr b="0" i="0" lang="en-US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: aug 방법 + dropout 0.5 적용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29" name="Google Shape;129;g2f3fc49e0da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99350"/>
            <a:ext cx="2856032" cy="2970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2f3fc49e0da_0_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09075"/>
            <a:ext cx="3067050" cy="3190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2f3fc49e0da_0_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24950" y="748877"/>
            <a:ext cx="3067050" cy="3094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2f3fc49e0da_0_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49975" y="747612"/>
            <a:ext cx="2974971" cy="309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2f3fc49e0da_0_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75000" y="734550"/>
            <a:ext cx="2974975" cy="3094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7890a8e1c6_0_0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보완점</a:t>
            </a:r>
            <a:endParaRPr b="1" i="0" sz="1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0" name="Google Shape;140;g27890a8e1c6_0_0"/>
          <p:cNvSpPr txBox="1"/>
          <p:nvPr/>
        </p:nvSpPr>
        <p:spPr>
          <a:xfrm>
            <a:off x="242596" y="1074459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추후 연구 방향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27890a8e1c6_0_0"/>
          <p:cNvSpPr txBox="1"/>
          <p:nvPr/>
        </p:nvSpPr>
        <p:spPr>
          <a:xfrm>
            <a:off x="336971" y="1443758"/>
            <a:ext cx="986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2" name="Google Shape;142;g27890a8e1c6_0_0"/>
          <p:cNvSpPr txBox="1"/>
          <p:nvPr/>
        </p:nvSpPr>
        <p:spPr>
          <a:xfrm>
            <a:off x="242600" y="1594750"/>
            <a:ext cx="107010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- tta </a:t>
            </a:r>
            <a:r>
              <a:rPr lang="en-US" sz="1500">
                <a:latin typeface="Noto Sans KR"/>
                <a:ea typeface="Noto Sans KR"/>
                <a:cs typeface="Noto Sans KR"/>
                <a:sym typeface="Noto Sans KR"/>
              </a:rPr>
              <a:t>의 효과가 있는지 검증 필요</a:t>
            </a:r>
            <a:br>
              <a:rPr lang="en-US" sz="1500"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500">
                <a:latin typeface="Noto Sans KR"/>
                <a:ea typeface="Noto Sans KR"/>
                <a:cs typeface="Noto Sans KR"/>
                <a:sym typeface="Noto Sans KR"/>
              </a:rPr>
              <a:t>-&gt; augmentation 별 예측 확률 및 confidence 확인 가능</a:t>
            </a:r>
            <a:endParaRPr b="0" i="0" sz="15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2024-05-05T08:04:52Z</dcterms:created>
  <dc:creator>김나연</dc:creator>
</cp:coreProperties>
</file>