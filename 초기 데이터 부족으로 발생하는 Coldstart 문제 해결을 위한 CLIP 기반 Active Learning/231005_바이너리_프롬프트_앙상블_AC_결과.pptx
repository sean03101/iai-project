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CaJWDbj/HeOj0oJJ1mPyDYbCN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BE1B26-EC1A-46E7-8A7E-3DFF0AD2F2BF}">
  <a:tblStyle styleId="{59BE1B26-EC1A-46E7-8A7E-3DFF0AD2F2B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10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30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Relationship Id="rId6" Type="http://schemas.openxmlformats.org/officeDocument/2006/relationships/image" Target="../media/image31.png"/><Relationship Id="rId7" Type="http://schemas.openxmlformats.org/officeDocument/2006/relationships/image" Target="../media/image43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기반 앙상블(binary)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255450" y="731675"/>
            <a:ext cx="51765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WinCLIP에서 사용된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level(normal)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"[o]"  "flawless [o]"  "perfect [o]"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"unblemished [o]" "[o] without flaw"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defect"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“good [o]”  “normal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level(anomaly)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"damaged [o]"  "[o] with flaw"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 defect"  "[o] with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+{불량 class}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프롬프트 구조 : “a” + state level + “photo of a “ + object 이름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프롬프트들을 모델에 넣어 얻은 Text feature 들을 평균(앙상블) 한 뒤, cosine 유사도를 구하여 분류 진행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통해 평균적으로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0.2 성능 향상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object의 auroc가 0.5 이상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0" name="Google Shape;80;p2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{59BE1B26-EC1A-46E7-8A7E-3DFF0AD2F2BF}</a:tableStyleId>
              </a:tblPr>
              <a:tblGrid>
                <a:gridCol w="1077525"/>
                <a:gridCol w="2013875"/>
                <a:gridCol w="1928650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auroc증가세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0.9534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23.9865%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0.6922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0.0884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30.5755%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0.7035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carpet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35.5556%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0.9624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0.1058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grid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90.7407%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0.8536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0.2123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14.8241%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leather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85.6655%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metal_nut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0.6146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0.0069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0.5924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0.1657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tile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0.9491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0.0303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0.7874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transistor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12.8%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0.1455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wood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90.6977%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0.7754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0.1947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582" y="988540"/>
            <a:ext cx="6125425" cy="523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knowledge distillation output 분석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255449" y="731675"/>
            <a:ext cx="112692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model : CLIP / Student model : ResNet18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epoch : 10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시각화 결과 너무 underconfidence한 경향을 알 수 있음  =&gt; temperature(t=0.5) 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※Temperature 값을 더 낮추고 싶었지만 active learning 학습 단계에서 지식전이 loss가 NaN이 발생하는 경우 존재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3095791"/>
            <a:ext cx="6011669" cy="850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83435"/>
            <a:ext cx="6099046" cy="86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" y="5207627"/>
            <a:ext cx="6095999" cy="86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7086" y="5207627"/>
            <a:ext cx="6000582" cy="84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3906795"/>
            <a:ext cx="6107086" cy="83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5999" y="3906795"/>
            <a:ext cx="6107088" cy="83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07086" y="6046830"/>
            <a:ext cx="6096001" cy="82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3" y="6040353"/>
            <a:ext cx="6096002" cy="82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AL – Bottle(No 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255450" y="731675"/>
            <a:ext cx="11936550" cy="2523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불확실성 측정 방법 : least confidence / Optimizer : Adam(1e-4), 배치사이즈 : 64, epoch : 10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1개의 이미지 추가 / Temperature : 0.5, alpha : 0.2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Bottle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451" y="2916198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1481" y="2916198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7511" y="2916198"/>
            <a:ext cx="3671209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0395" y="521881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7511" y="484404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451" y="521881"/>
            <a:ext cx="3671209" cy="2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Capsule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484" y="3914645"/>
            <a:ext cx="3728176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0395" y="3914645"/>
            <a:ext cx="3728176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0544" y="3914645"/>
            <a:ext cx="3728176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Hazelnut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450" y="549000"/>
            <a:ext cx="363323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384" y="549000"/>
            <a:ext cx="363323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3318" y="549000"/>
            <a:ext cx="3633231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Leather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Metal Nut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7883" y="520689"/>
            <a:ext cx="3715516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0317" y="520689"/>
            <a:ext cx="3715516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460" y="507894"/>
            <a:ext cx="3715516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450" y="3832267"/>
            <a:ext cx="379147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7883" y="3832267"/>
            <a:ext cx="379147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0316" y="3832267"/>
            <a:ext cx="3791473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Screw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7883" y="520689"/>
            <a:ext cx="360791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0316" y="520689"/>
            <a:ext cx="360791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450" y="520689"/>
            <a:ext cx="360791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450" y="3791066"/>
            <a:ext cx="368386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7883" y="3791066"/>
            <a:ext cx="368386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0316" y="3791066"/>
            <a:ext cx="3683868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Carpet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271" y="520689"/>
            <a:ext cx="361424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0316" y="520689"/>
            <a:ext cx="361424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20" y="520689"/>
            <a:ext cx="3614242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120" y="3791066"/>
            <a:ext cx="3696527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9271" y="3791066"/>
            <a:ext cx="3696527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0316" y="3791066"/>
            <a:ext cx="3696527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Toothbrush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Transistor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77" y="520689"/>
            <a:ext cx="381679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271" y="520689"/>
            <a:ext cx="381679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0316" y="520689"/>
            <a:ext cx="381679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450" y="3791066"/>
            <a:ext cx="377881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9271" y="3791066"/>
            <a:ext cx="377881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0316" y="3791066"/>
            <a:ext cx="3778813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255450" y="130312"/>
            <a:ext cx="1193655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Zipper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120" y="520689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271" y="520689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0316" y="520689"/>
            <a:ext cx="3671209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120" y="3791066"/>
            <a:ext cx="369019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9271" y="3791066"/>
            <a:ext cx="369019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0316" y="3791066"/>
            <a:ext cx="3690198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255919" y="731675"/>
            <a:ext cx="11936550" cy="141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Object에 대한 평균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19" y="1960602"/>
            <a:ext cx="381679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0777" y="1960602"/>
            <a:ext cx="3816791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5634" y="1960602"/>
            <a:ext cx="3816791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