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7" r:id="rId4"/>
    <p:sldId id="258" r:id="rId5"/>
    <p:sldId id="256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65ABC-C9B8-E8D6-9F31-47EA6262F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6FFCDE-717C-6428-531D-D5BF4F905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EB6B53-7654-A8A2-3D29-AFB9CA1C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CBC4-70C9-42B1-9074-B9DEE776D7B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77A2F8-C4C7-0961-E1E0-3B409992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90D32A-1F16-5097-E77F-FB08F0D8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7602-DD26-4E6A-8C91-94A399B7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53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2A71E-F7E4-05F6-8230-3E9D1EB3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A87883-3567-FFE1-4E50-360EA7311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CA6508-7BD6-A235-2BF4-4CFEBD7FC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CBC4-70C9-42B1-9074-B9DEE776D7B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C01DAD-BCD7-E1C7-556A-0637423A2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8DBDE-4571-F82B-0A98-86C0FD78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7602-DD26-4E6A-8C91-94A399B7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75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9439B0-9096-90D8-8D3A-459023E6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2F5D7-A2E3-0A53-46E0-2329B7857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54268-B413-4235-5C44-111AD7A2F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CBC4-70C9-42B1-9074-B9DEE776D7B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91BA34-CAD7-31E1-AC11-B995BEADA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57522-77F1-8862-C7AD-BD7005081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7602-DD26-4E6A-8C91-94A399B7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870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09632-9758-56FE-E67E-CDF6A600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4132E-F6AD-C71E-CDE7-0E8E151EE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148900-3F5F-6B15-6A22-902211977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67D54F-E5AF-C4A0-1E80-810969C8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CBC4-70C9-42B1-9074-B9DEE776D7B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612FA3-21C7-A1C4-9DFA-3BC69D9A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30F4D2-87D5-9AEC-9FDB-730B4B63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7602-DD26-4E6A-8C91-94A399B7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53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3836C-6D5A-2AA2-D2A7-5FBDB0C55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7A3A71-7324-C0AF-8577-42AD94014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9FE749-F9B0-D0B9-6DF7-1A4BAA2A3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85CC6A-6C75-D8FE-201A-AF0FC5D43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3CF9B6-E1E7-87C3-5D44-92F52E39B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9349446-8419-35B4-6DB6-D8C6770C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CBC4-70C9-42B1-9074-B9DEE776D7B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73F3947-581E-5809-7339-7D1E12E42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E13438-A43D-2AA7-5D16-0DBF5D97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7602-DD26-4E6A-8C91-94A399B7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07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2342F-7524-45BD-3E2E-22D46E489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99A71D-4862-073A-80C3-E35535CF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CBC4-70C9-42B1-9074-B9DEE776D7B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CCBE1D-82D9-589F-0CB6-2B77C9DB1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1955ED-5075-1D70-4C0F-40E8562F9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7602-DD26-4E6A-8C91-94A399B7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32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E5A46D-FDFF-BE23-B08C-7521A303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CBC4-70C9-42B1-9074-B9DEE776D7B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04D58F-36EB-3D24-C8AB-BC0B10BBF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27957B-D579-F2DF-B3C6-88DEAA33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7602-DD26-4E6A-8C91-94A399B7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68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1029-AACA-118F-037D-34509AF5F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5561B8-398F-E4BF-A261-90B1F420B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3D37B5-6C99-BE7A-CE5F-9C810453D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3C1E7A-96F2-A2F4-EF33-7940EFA0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CBC4-70C9-42B1-9074-B9DEE776D7B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1CF195-B9C7-C0DC-DE91-7A99FB160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1A20B3-F8DB-9984-834A-7297ECD1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7602-DD26-4E6A-8C91-94A399B7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553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EC5A6-3F7C-118A-797F-692BF31B0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D33297-5B92-000C-C162-2524BCF76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FF1828-5B5D-7794-63C2-DA18E9C10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DC7748-B1C2-D908-8D7D-077F1198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CBC4-70C9-42B1-9074-B9DEE776D7B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E8EA58-0C96-7F8B-2DFB-D6E09FFA6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E0B978-4C1C-1A97-E3C6-D378D6E6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7602-DD26-4E6A-8C91-94A399B7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77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EDBDD-4EEB-3575-DB9C-4B33D555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9F3441-FEBA-261E-EA74-8FAAF27EB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86FB6-CA7C-FFCC-705A-B4BC305F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CBC4-70C9-42B1-9074-B9DEE776D7B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06737B-2C3E-BCB8-93DA-D6AC51A8B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DE1E46-2F15-832B-FCF8-1EFE94FD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7602-DD26-4E6A-8C91-94A399B7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62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BB9C38-4EF1-684D-E859-BCB884BDE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380661-14AD-0178-B8F2-630509978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37DFEF-81EF-89CD-D279-14B32484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CBC4-70C9-42B1-9074-B9DEE776D7B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2D102D-2DA7-BD0B-D555-380997AE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C184ED-442F-1DDC-0903-0F5320EC7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57602-DD26-4E6A-8C91-94A399B7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65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B1AA0E-6534-3CA0-A6DE-FE543147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9EC7C4-71CD-855B-F611-3F75196D1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C7A809-E724-AEF9-5DC7-EE39262EE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9CBC4-70C9-42B1-9074-B9DEE776D7B6}" type="datetimeFigureOut">
              <a:rPr lang="ko-KR" altLang="en-US" smtClean="0"/>
              <a:t>2024-05-09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68DF0E-E411-681D-C6F8-9756945DB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8924CC-4A38-36C9-B099-40152C24E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57602-DD26-4E6A-8C91-94A399B7D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27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A2A367-B35F-2998-1168-16CC8449159C}"/>
              </a:ext>
            </a:extLst>
          </p:cNvPr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Augmentation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별 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uncertainty </a:t>
            </a:r>
            <a:r>
              <a:rPr lang="en-US" altLang="ko-KR" sz="2400" dirty="0">
                <a:solidFill>
                  <a:schemeClr val="accent6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mean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값으로 샘플링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CC4A7-374C-70EA-5DBD-50803DFD6C1C}"/>
              </a:ext>
            </a:extLst>
          </p:cNvPr>
          <p:cNvSpPr txBox="1"/>
          <p:nvPr/>
        </p:nvSpPr>
        <p:spPr>
          <a:xfrm>
            <a:off x="242596" y="657127"/>
            <a:ext cx="9862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전체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test set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대한 성능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그래프 제목 </a:t>
            </a:r>
            <a:r>
              <a:rPr lang="en-US" altLang="ko-KR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{</a:t>
            </a:r>
            <a:r>
              <a:rPr lang="ko-KR" altLang="en-US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성능 측정 지표</a:t>
            </a:r>
            <a:r>
              <a:rPr lang="en-US" altLang="ko-KR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} of {</a:t>
            </a:r>
            <a:r>
              <a:rPr lang="ko-KR" altLang="en-US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도메인</a:t>
            </a:r>
            <a:r>
              <a:rPr lang="en-US" altLang="ko-KR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}</a:t>
            </a:r>
            <a:endParaRPr lang="ko-KR" altLang="en-US" sz="1600" dirty="0">
              <a:solidFill>
                <a:schemeClr val="bg2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A01BCA-10D4-3BC5-9E40-17019824F32B}"/>
              </a:ext>
            </a:extLst>
          </p:cNvPr>
          <p:cNvSpPr txBox="1"/>
          <p:nvPr/>
        </p:nvSpPr>
        <p:spPr>
          <a:xfrm>
            <a:off x="7589520" y="826404"/>
            <a:ext cx="4182271" cy="83099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MC dropout : 50       epoch : 50</a:t>
            </a:r>
            <a:b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iteration : </a:t>
            </a:r>
            <a:r>
              <a:rPr lang="en-US" altLang="ko-KR" sz="1600" dirty="0" smtClean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30             </a:t>
            </a:r>
            <a: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optimizer : </a:t>
            </a:r>
            <a:r>
              <a:rPr lang="en-US" altLang="ko-KR" sz="1600" dirty="0" smtClean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Adam(1e-3)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훈련</a:t>
            </a:r>
            <a:r>
              <a:rPr kumimoji="0" lang="ko-KR" altLang="en-US" sz="1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 시 증강 </a:t>
            </a:r>
            <a:r>
              <a:rPr kumimoji="0" lang="en-US" altLang="ko-KR" sz="1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X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035" y="1812417"/>
            <a:ext cx="3524250" cy="35623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779" y="1812417"/>
            <a:ext cx="343852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848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A2A367-B35F-2998-1168-16CC8449159C}"/>
              </a:ext>
            </a:extLst>
          </p:cNvPr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Augmentation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별 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uncertainty </a:t>
            </a:r>
            <a:r>
              <a:rPr lang="en-US" altLang="ko-KR" sz="2400" dirty="0">
                <a:solidFill>
                  <a:schemeClr val="accent6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mean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값으로 샘플링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CC4A7-374C-70EA-5DBD-50803DFD6C1C}"/>
              </a:ext>
            </a:extLst>
          </p:cNvPr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도메인별 성능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21F582-B84B-C5D9-3708-77B4CA58524E}"/>
              </a:ext>
            </a:extLst>
          </p:cNvPr>
          <p:cNvSpPr txBox="1"/>
          <p:nvPr/>
        </p:nvSpPr>
        <p:spPr>
          <a:xfrm>
            <a:off x="153820" y="2522033"/>
            <a:ext cx="839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auroc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6CA9D6-FA24-DE4D-9FD2-032498E3F848}"/>
              </a:ext>
            </a:extLst>
          </p:cNvPr>
          <p:cNvSpPr txBox="1"/>
          <p:nvPr/>
        </p:nvSpPr>
        <p:spPr>
          <a:xfrm>
            <a:off x="153820" y="4771737"/>
            <a:ext cx="839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F1 score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73" y="1320624"/>
            <a:ext cx="2432503" cy="24588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952" y="1320624"/>
            <a:ext cx="2432503" cy="24588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717" y="1320624"/>
            <a:ext cx="2432503" cy="2458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9073" y="1320624"/>
            <a:ext cx="2432503" cy="24588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542" y="3847440"/>
            <a:ext cx="2373334" cy="24588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2121" y="3847440"/>
            <a:ext cx="2373334" cy="24588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3717" y="3847440"/>
            <a:ext cx="2432503" cy="24588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9073" y="3847440"/>
            <a:ext cx="2432503" cy="24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79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A2A367-B35F-2998-1168-16CC8449159C}"/>
              </a:ext>
            </a:extLst>
          </p:cNvPr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Augmentation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별 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uncertainty </a:t>
            </a:r>
            <a:r>
              <a:rPr lang="en-US" altLang="ko-KR" sz="2400" dirty="0">
                <a:solidFill>
                  <a:schemeClr val="accent6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mean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값으로 샘플링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6EB337-F558-D89E-6269-FF23EB2B4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007" y="2325066"/>
            <a:ext cx="3561495" cy="35999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BC45A1F-ECD5-DACA-3B0B-691BE5820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0658" y="2325066"/>
            <a:ext cx="3561495" cy="35999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BCC4A7-374C-70EA-5DBD-50803DFD6C1C}"/>
              </a:ext>
            </a:extLst>
          </p:cNvPr>
          <p:cNvSpPr txBox="1"/>
          <p:nvPr/>
        </p:nvSpPr>
        <p:spPr>
          <a:xfrm>
            <a:off x="242596" y="657127"/>
            <a:ext cx="9862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전체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test set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대한 성능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그래프 제목 </a:t>
            </a:r>
            <a:r>
              <a:rPr lang="en-US" altLang="ko-KR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{</a:t>
            </a:r>
            <a:r>
              <a:rPr lang="ko-KR" altLang="en-US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성능 측정 지표</a:t>
            </a:r>
            <a:r>
              <a:rPr lang="en-US" altLang="ko-KR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} of {</a:t>
            </a:r>
            <a:r>
              <a:rPr lang="ko-KR" altLang="en-US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도메인</a:t>
            </a:r>
            <a:r>
              <a:rPr lang="en-US" altLang="ko-KR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}</a:t>
            </a:r>
            <a:endParaRPr lang="ko-KR" altLang="en-US" sz="1600" dirty="0">
              <a:solidFill>
                <a:schemeClr val="bg2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D2F6F9-6C31-513C-FF5F-238319E834CC}"/>
              </a:ext>
            </a:extLst>
          </p:cNvPr>
          <p:cNvSpPr txBox="1"/>
          <p:nvPr/>
        </p:nvSpPr>
        <p:spPr>
          <a:xfrm>
            <a:off x="1384118" y="6024209"/>
            <a:ext cx="10189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제대로 학습이 될 경우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제안하는 방법으로 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AC</a:t>
            </a:r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가 보다 더 효과적으로 작동할 가능성도 존재할 수 있다고 생각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A01BCA-10D4-3BC5-9E40-17019824F32B}"/>
              </a:ext>
            </a:extLst>
          </p:cNvPr>
          <p:cNvSpPr txBox="1"/>
          <p:nvPr/>
        </p:nvSpPr>
        <p:spPr>
          <a:xfrm>
            <a:off x="7589520" y="826404"/>
            <a:ext cx="4182271" cy="83099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MC dropout : 50       epoch : 50</a:t>
            </a:r>
            <a:b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iteration : </a:t>
            </a:r>
            <a:r>
              <a:rPr lang="en-US" altLang="ko-KR" sz="1600" dirty="0" smtClean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30             </a:t>
            </a:r>
            <a: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optimizer : </a:t>
            </a:r>
            <a:r>
              <a:rPr lang="en-US" altLang="ko-KR" sz="1600" dirty="0" smtClean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Adam(1e-3)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훈련</a:t>
            </a:r>
            <a:r>
              <a:rPr kumimoji="0" lang="ko-KR" altLang="en-US" sz="1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 시 증강 </a:t>
            </a:r>
            <a:r>
              <a:rPr kumimoji="0" lang="en-US" altLang="ko-KR" sz="1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X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38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49F27984-AD31-535A-DE2F-41B40D30C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58529" y="1296162"/>
            <a:ext cx="2493048" cy="251999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BF76C8F-AB37-0F4B-D7A3-960883A18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58529" y="3816162"/>
            <a:ext cx="2493047" cy="251999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144FFB6-3319-BE05-652F-135F48BBE2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3173" y="3816162"/>
            <a:ext cx="2493047" cy="2519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A2A367-B35F-2998-1168-16CC8449159C}"/>
              </a:ext>
            </a:extLst>
          </p:cNvPr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Augmentation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별 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uncertainty </a:t>
            </a:r>
            <a:r>
              <a:rPr lang="en-US" altLang="ko-KR" sz="2400" dirty="0">
                <a:solidFill>
                  <a:schemeClr val="accent6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mean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값으로 샘플링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CC4A7-374C-70EA-5DBD-50803DFD6C1C}"/>
              </a:ext>
            </a:extLst>
          </p:cNvPr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도메인별 성능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6A2AC9-F7CB-2E5F-8CD3-803B7506A0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3052" y="1296162"/>
            <a:ext cx="2493048" cy="25199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396518-3CFF-5251-1AE3-DE033C1081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2952" y="1326082"/>
            <a:ext cx="2493048" cy="24601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919BDFE-44CF-032C-DE57-7F498D20EE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3173" y="1296162"/>
            <a:ext cx="2493048" cy="251999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E331225-C787-B6C4-7442-286ED72A43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3373" y="3816162"/>
            <a:ext cx="2432406" cy="251999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30E3DB7-9D9E-8111-330C-E732B26D18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2952" y="3846082"/>
            <a:ext cx="2493048" cy="24601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621F582-B84B-C5D9-3708-77B4CA58524E}"/>
              </a:ext>
            </a:extLst>
          </p:cNvPr>
          <p:cNvSpPr txBox="1"/>
          <p:nvPr/>
        </p:nvSpPr>
        <p:spPr>
          <a:xfrm>
            <a:off x="153820" y="2522033"/>
            <a:ext cx="839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auroc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6CA9D6-FA24-DE4D-9FD2-032498E3F848}"/>
              </a:ext>
            </a:extLst>
          </p:cNvPr>
          <p:cNvSpPr txBox="1"/>
          <p:nvPr/>
        </p:nvSpPr>
        <p:spPr>
          <a:xfrm>
            <a:off x="153820" y="4771737"/>
            <a:ext cx="839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F1 score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155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A2A367-B35F-2998-1168-16CC8449159C}"/>
              </a:ext>
            </a:extLst>
          </p:cNvPr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Augmentation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별 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uncertainty </a:t>
            </a:r>
            <a:r>
              <a:rPr lang="en-US" altLang="ko-KR" sz="2400" dirty="0">
                <a:solidFill>
                  <a:schemeClr val="accent6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max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값으로 샘플링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6EB337-F558-D89E-6269-FF23EB2B4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007" y="1870660"/>
            <a:ext cx="3561496" cy="351451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BC45A1F-ECD5-DACA-3B0B-691BE5820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0658" y="1870660"/>
            <a:ext cx="3561496" cy="351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7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A2A367-B35F-2998-1168-16CC8449159C}"/>
              </a:ext>
            </a:extLst>
          </p:cNvPr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Augmentation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별 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uncertainty </a:t>
            </a:r>
            <a:r>
              <a:rPr lang="en-US" altLang="ko-KR" sz="2400" dirty="0">
                <a:solidFill>
                  <a:schemeClr val="accent6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max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값으로 샘플링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CC4A7-374C-70EA-5DBD-50803DFD6C1C}"/>
              </a:ext>
            </a:extLst>
          </p:cNvPr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도메인별 성능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6A2AC9-F7CB-2E5F-8CD3-803B7506A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3052" y="1296162"/>
            <a:ext cx="2493047" cy="25199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396518-3CFF-5251-1AE3-DE033C108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2952" y="1296162"/>
            <a:ext cx="2493047" cy="25199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919BDFE-44CF-032C-DE57-7F498D20EE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82753" y="1296162"/>
            <a:ext cx="2493047" cy="251999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9F27984-AD31-535A-DE2F-41B40D30CC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2852" y="1296162"/>
            <a:ext cx="2493047" cy="251999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E331225-C787-B6C4-7442-286ED72A43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3373" y="3846810"/>
            <a:ext cx="2432406" cy="245870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30E3DB7-9D9E-8111-330C-E732B26D18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3273" y="3846811"/>
            <a:ext cx="2432405" cy="24587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BF76C8F-AB37-0F4B-D7A3-960883A18B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13074" y="3846811"/>
            <a:ext cx="2432405" cy="245870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144FFB6-3319-BE05-652F-135F48BBE2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2852" y="3816162"/>
            <a:ext cx="2493047" cy="251999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621F582-B84B-C5D9-3708-77B4CA58524E}"/>
              </a:ext>
            </a:extLst>
          </p:cNvPr>
          <p:cNvSpPr txBox="1"/>
          <p:nvPr/>
        </p:nvSpPr>
        <p:spPr>
          <a:xfrm>
            <a:off x="153820" y="2522033"/>
            <a:ext cx="839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auroc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6CA9D6-FA24-DE4D-9FD2-032498E3F848}"/>
              </a:ext>
            </a:extLst>
          </p:cNvPr>
          <p:cNvSpPr txBox="1"/>
          <p:nvPr/>
        </p:nvSpPr>
        <p:spPr>
          <a:xfrm>
            <a:off x="153820" y="4771737"/>
            <a:ext cx="839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F1 score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321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A2A367-B35F-2998-1168-16CC8449159C}"/>
              </a:ext>
            </a:extLst>
          </p:cNvPr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Augmentation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별 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uncertainty </a:t>
            </a:r>
            <a:r>
              <a:rPr lang="en-US" altLang="ko-KR" sz="2400" dirty="0">
                <a:solidFill>
                  <a:schemeClr val="accent6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mean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값으로 샘플링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CC4A7-374C-70EA-5DBD-50803DFD6C1C}"/>
              </a:ext>
            </a:extLst>
          </p:cNvPr>
          <p:cNvSpPr txBox="1"/>
          <p:nvPr/>
        </p:nvSpPr>
        <p:spPr>
          <a:xfrm>
            <a:off x="242596" y="657127"/>
            <a:ext cx="9862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전체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test set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대한 성능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그래프 제목 </a:t>
            </a:r>
            <a:r>
              <a:rPr lang="en-US" altLang="ko-KR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{</a:t>
            </a:r>
            <a:r>
              <a:rPr lang="ko-KR" altLang="en-US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성능 측정 지표</a:t>
            </a:r>
            <a:r>
              <a:rPr lang="en-US" altLang="ko-KR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} of {</a:t>
            </a:r>
            <a:r>
              <a:rPr lang="ko-KR" altLang="en-US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도메인</a:t>
            </a:r>
            <a:r>
              <a:rPr lang="en-US" altLang="ko-KR" sz="1600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}</a:t>
            </a:r>
            <a:endParaRPr lang="ko-KR" altLang="en-US" sz="1600" dirty="0">
              <a:solidFill>
                <a:schemeClr val="bg2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01BCA-10D4-3BC5-9E40-17019824F32B}"/>
              </a:ext>
            </a:extLst>
          </p:cNvPr>
          <p:cNvSpPr txBox="1"/>
          <p:nvPr/>
        </p:nvSpPr>
        <p:spPr>
          <a:xfrm>
            <a:off x="7589520" y="826404"/>
            <a:ext cx="4182271" cy="83099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MC dropout : 50       epoch : </a:t>
            </a:r>
            <a:r>
              <a:rPr lang="en-US" altLang="ko-KR" sz="1600" dirty="0" smtClean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</a:t>
            </a:r>
            <a: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iteration : </a:t>
            </a:r>
            <a:r>
              <a:rPr lang="en-US" altLang="ko-KR" sz="1600" dirty="0" smtClean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30             </a:t>
            </a:r>
            <a:r>
              <a:rPr lang="en-US" altLang="ko-KR" sz="16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optimizer : </a:t>
            </a:r>
            <a:r>
              <a:rPr lang="en-US" altLang="ko-KR" sz="1600" dirty="0" smtClean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Adam(1e-3)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훈련</a:t>
            </a:r>
            <a:r>
              <a:rPr kumimoji="0" lang="ko-KR" altLang="en-US" sz="1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 시 증강 </a:t>
            </a:r>
            <a:r>
              <a:rPr kumimoji="0" lang="en-US" altLang="ko-KR" sz="1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O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854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A2A367-B35F-2998-1168-16CC8449159C}"/>
              </a:ext>
            </a:extLst>
          </p:cNvPr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Augmentation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별 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uncertainty </a:t>
            </a:r>
            <a:r>
              <a:rPr lang="en-US" altLang="ko-KR" sz="2400" dirty="0">
                <a:solidFill>
                  <a:schemeClr val="accent6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mean</a:t>
            </a:r>
            <a:r>
              <a:rPr lang="en-US" altLang="ko-KR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2400" dirty="0"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값으로 샘플링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CC4A7-374C-70EA-5DBD-50803DFD6C1C}"/>
              </a:ext>
            </a:extLst>
          </p:cNvPr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도메인별 성능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21F582-B84B-C5D9-3708-77B4CA58524E}"/>
              </a:ext>
            </a:extLst>
          </p:cNvPr>
          <p:cNvSpPr txBox="1"/>
          <p:nvPr/>
        </p:nvSpPr>
        <p:spPr>
          <a:xfrm>
            <a:off x="153820" y="2522033"/>
            <a:ext cx="839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auroc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6CA9D6-FA24-DE4D-9FD2-032498E3F848}"/>
              </a:ext>
            </a:extLst>
          </p:cNvPr>
          <p:cNvSpPr txBox="1"/>
          <p:nvPr/>
        </p:nvSpPr>
        <p:spPr>
          <a:xfrm>
            <a:off x="153820" y="4771737"/>
            <a:ext cx="839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F1 score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5693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A2A367-B35F-2998-1168-16CC8449159C}"/>
              </a:ext>
            </a:extLst>
          </p:cNvPr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추후 진행 예정 사항</a:t>
            </a:r>
            <a:endParaRPr lang="ko-KR" altLang="en-US" sz="2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CC4A7-374C-70EA-5DBD-50803DFD6C1C}"/>
              </a:ext>
            </a:extLst>
          </p:cNvPr>
          <p:cNvSpPr txBox="1"/>
          <p:nvPr/>
        </p:nvSpPr>
        <p:spPr>
          <a:xfrm>
            <a:off x="242596" y="1242343"/>
            <a:ext cx="11589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학습 시 증강을 적용하여 </a:t>
            </a: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RN50</a:t>
            </a: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을 학습했을 때</a:t>
            </a: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, DG Active Learning </a:t>
            </a: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도메인 별 성능 </a:t>
            </a:r>
            <a:endParaRPr lang="en-US" altLang="ko-KR" sz="16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buAutoNum type="arabicParenR"/>
            </a:pP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indent="-342900">
              <a:buAutoNum type="arabicParenR"/>
            </a:pP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RN50 </a:t>
            </a: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말고 </a:t>
            </a: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Single DG method(IBN-net, </a:t>
            </a:r>
            <a:r>
              <a:rPr lang="en-US" altLang="ko-KR" sz="16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Jigen</a:t>
            </a: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등</a:t>
            </a: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를 사용해 분류 모델을 구축했을 때</a:t>
            </a:r>
            <a:r>
              <a:rPr lang="en-US" altLang="ko-KR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DG Active Learning 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도메인 별 성능 </a:t>
            </a:r>
            <a:r>
              <a:rPr lang="ko-KR" altLang="en-US" sz="16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검사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2800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206</Words>
  <Application>Microsoft Office PowerPoint</Application>
  <PresentationFormat>와이드스크린</PresentationFormat>
  <Paragraphs>37</Paragraphs>
  <Slides>9</Slides>
  <Notes>0</Notes>
  <HiddenSlides>2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Noto Sans KR</vt:lpstr>
      <vt:lpstr>Noto Sans KR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김나연</dc:creator>
  <cp:lastModifiedBy>user</cp:lastModifiedBy>
  <cp:revision>26</cp:revision>
  <dcterms:created xsi:type="dcterms:W3CDTF">2024-05-05T08:04:52Z</dcterms:created>
  <dcterms:modified xsi:type="dcterms:W3CDTF">2024-05-09T04:28:26Z</dcterms:modified>
</cp:coreProperties>
</file>