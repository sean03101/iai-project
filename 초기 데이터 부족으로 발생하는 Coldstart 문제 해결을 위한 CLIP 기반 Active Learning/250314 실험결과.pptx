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Noto Sans KR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jnxIxPcKcC/fp8Rd6qnbCN9Hvn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otoSansKR-regular.fntdata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font" Target="fonts/NotoSansK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그래서 뭔가 사전 분포를 알고 있다는 가정이 애매하니까,,, 이거 말고 확실하게 결함인 것들을 샘플링 하는 그런 … 근데 이게 entropy 낮은 거로 optimization 하는 거랑 뭐가 다르지… 매 배치마다 계속 등장한다는 점</a:t>
            </a:r>
            <a:endParaRPr/>
          </a:p>
        </p:txBody>
      </p:sp>
      <p:sp>
        <p:nvSpPr>
          <p:cNvPr id="119" name="Google Shape;119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2ac5cb26fd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2ac5cb26fd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9" name="Google Shape;129;g32ac5cb26fd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3ff4f175b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3ff4f175b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7" name="Google Shape;157;g33ff4f175bf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6" name="Google Shape;166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1164746" y="2982609"/>
            <a:ext cx="9862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250314 실험 결과</a:t>
            </a:r>
            <a:endParaRPr b="1" i="0" sz="2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 – </a:t>
            </a:r>
            <a:r>
              <a:rPr b="1" i="0" lang="en-US" sz="12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target domain(13) : 각 변경 방법 * 강도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6869" y="126144"/>
            <a:ext cx="5121419" cy="2300347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"/>
          <p:cNvSpPr txBox="1"/>
          <p:nvPr/>
        </p:nvSpPr>
        <p:spPr>
          <a:xfrm>
            <a:off x="324725" y="726474"/>
            <a:ext cx="11931900" cy="184662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변경 강도와 관계 없이 모두 하나의 target domain 으로 간주하던 기존 방법과 달리</a:t>
            </a:r>
            <a:b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변경 강도가 다르면 다른 domain 으로 간주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총 13개의 target domain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각 도메인 별로 정상 데이터 50개 + (결함 유형당 데이터 6개) * (5개의 결함 유형)</a:t>
            </a:r>
            <a:b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= 정상 데이터 50개 + 결함 데이터 30개 = 80개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Batch size 32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242596" y="2785379"/>
            <a:ext cx="6128326" cy="3368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Domain shift 정도 측정 (f1 score)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6210428" y="2785379"/>
            <a:ext cx="6128326" cy="3368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TENT 적용 결과 (f1 score)</a:t>
            </a:r>
            <a:endParaRPr/>
          </a:p>
        </p:txBody>
      </p:sp>
      <p:pic>
        <p:nvPicPr>
          <p:cNvPr id="100" name="Google Shape;10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449" y="3238302"/>
            <a:ext cx="5981551" cy="1722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20336" y="3238302"/>
            <a:ext cx="5957215" cy="1722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13646" y="4920156"/>
            <a:ext cx="2063905" cy="1850217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"/>
          <p:cNvSpPr txBox="1"/>
          <p:nvPr/>
        </p:nvSpPr>
        <p:spPr>
          <a:xfrm>
            <a:off x="324725" y="5077322"/>
            <a:ext cx="11931900" cy="101563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변경 강도와 관계 없이 모두 하나의 target domain 으로 간주하는 것 보다 강도별로 도메인을 나눴을 때 좀 더 잘 구별하는 경향을 보임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다만 cameraz 1,3 은 domain shift 가 크지 않으며, TENT 적용 결과 오히려 성능이 하락함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952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 – </a:t>
            </a:r>
            <a:r>
              <a:rPr b="1" i="0" lang="en-US" sz="12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target domain(13) : 각 변경 방법 * 강도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6869" y="126144"/>
            <a:ext cx="5121419" cy="2300347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5"/>
          <p:cNvSpPr txBox="1"/>
          <p:nvPr/>
        </p:nvSpPr>
        <p:spPr>
          <a:xfrm>
            <a:off x="324725" y="726474"/>
            <a:ext cx="119319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변경 강도와 관계 없이 모두 하나의 target domain 으로 간주하던 기존 방법과 달리</a:t>
            </a:r>
            <a:b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변경 강도가 다르면 다른 domain 으로 간주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총 13개의 target domain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각 도메인 별로 정상 데이터 50개 + (결함 유형당 데이터 6개) * (5개의 결함 유형)</a:t>
            </a:r>
            <a:b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= 정상 데이터 50개 + 결함 데이터 30개 = 80개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Batch size 32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2" name="Google Shape;112;p5"/>
          <p:cNvSpPr txBox="1"/>
          <p:nvPr/>
        </p:nvSpPr>
        <p:spPr>
          <a:xfrm>
            <a:off x="242596" y="2785379"/>
            <a:ext cx="6128326" cy="3368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Domain shift 정도 측정 (auroc)</a:t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3" name="Google Shape;113;p5"/>
          <p:cNvSpPr txBox="1"/>
          <p:nvPr/>
        </p:nvSpPr>
        <p:spPr>
          <a:xfrm>
            <a:off x="6210428" y="2785379"/>
            <a:ext cx="6128326" cy="3368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TENT 적용 결과 (auroc)</a:t>
            </a:r>
            <a:endParaRPr/>
          </a:p>
        </p:txBody>
      </p:sp>
      <p:pic>
        <p:nvPicPr>
          <p:cNvPr id="114" name="Google Shape;11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449" y="3321475"/>
            <a:ext cx="5981551" cy="1556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20336" y="3324209"/>
            <a:ext cx="5957215" cy="1551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6"/>
          <p:cNvSpPr txBox="1"/>
          <p:nvPr/>
        </p:nvSpPr>
        <p:spPr>
          <a:xfrm>
            <a:off x="324725" y="3012950"/>
            <a:ext cx="11931900" cy="133879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배치 내 클래스 비율을 맞추어 샘플링하도록 설정</a:t>
            </a:r>
            <a:endParaRPr b="1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배치 사이즈 32 중 정상 20개 / 결함 유형별로 각각 1~2개 샘플링 될 수 있도록 설정 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Pseudo label 을 기반으로 하기 때문에 예측되는 클래스 값이 없을 경우 샘플링 되지 않음 (Ex. Pseudo label unique = [0,2,5] 일 경우 이 안에서만 샘플링 되는 문제)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다만 사전 분포를 알고 있다고 가정하는 게 옳은지 의문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8174" y="4074148"/>
            <a:ext cx="5149101" cy="2719188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6"/>
          <p:cNvSpPr txBox="1"/>
          <p:nvPr/>
        </p:nvSpPr>
        <p:spPr>
          <a:xfrm>
            <a:off x="324725" y="4593715"/>
            <a:ext cx="6393449" cy="1444819"/>
          </a:xfrm>
          <a:prstGeom prst="rect">
            <a:avLst/>
          </a:prstGeom>
          <a:noFill/>
          <a:ln cap="flat" cmpd="sng" w="9525">
            <a:solidFill>
              <a:srgbClr val="D0CE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Repeat 을 제외하고 모두 성능이 증가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대부분 pretrained model 이 target domain 에서 4번 클래스를 가장 적게 예측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-&gt; 4번이라고 확신하는 샘플들만 pseudo label 4번을 갖게 됨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-&gt; 4번에 대한 표본이 적으므로 확실하게 4번인 샘플들이 계속 샘플링 되기 때문에 성능이 소폭 증가한 것이 아닐까 추정</a:t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5" name="Google Shape;125;p6"/>
          <p:cNvSpPr txBox="1"/>
          <p:nvPr/>
        </p:nvSpPr>
        <p:spPr>
          <a:xfrm>
            <a:off x="324725" y="869405"/>
            <a:ext cx="11931900" cy="189279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배치 내 클래스 균일하도록 설정</a:t>
            </a:r>
            <a:endParaRPr b="1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클래스별로 WeightedSampler 및 SubsetRandomSampler 적용하여 배치 내에 균일한 클래스 데이터가 샘플링 되도록 함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이 때 클래스 정보는 pseudo label 사용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성능이 매우 굉장히 저하… 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간혹 0~5 모든 클래스를 예측하지 못하고 [0,1,3,4,5] 등으로만 예측하는 경우가 다수 관찰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기존 클래스 간 비율을 고려하지 않은 채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모든 클래스 별로 완전히 균일한 것은 오히려 악영향을 미칠 수 있다고 판단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2ac5cb26fd_1_0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 – </a:t>
            </a:r>
            <a:r>
              <a:rPr b="1" i="0" lang="en-US" sz="12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target domain(4) : repeat/brightness/cameraz/lcondition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g32ac5cb26fd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182" y="2944939"/>
            <a:ext cx="5984818" cy="1903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g32ac5cb26fd_1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3154149"/>
            <a:ext cx="5984818" cy="173199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2ac5cb26fd_1_0"/>
          <p:cNvSpPr txBox="1"/>
          <p:nvPr/>
        </p:nvSpPr>
        <p:spPr>
          <a:xfrm>
            <a:off x="324725" y="1433647"/>
            <a:ext cx="11931900" cy="10617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배치 내 클래스 비율을 맞추어 샘플링하도록 설정</a:t>
            </a:r>
            <a:endParaRPr b="1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배치 사이즈 32 중 정상 20개 / 결함 유형별로 각각 1~2개 샘플링 될 수 있도록 설정 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다만 사전 분포를 알고 있다고 가정하는 게 적합하지 않은 것 같음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2ac5cb26fd_1_0"/>
          <p:cNvSpPr txBox="1"/>
          <p:nvPr/>
        </p:nvSpPr>
        <p:spPr>
          <a:xfrm>
            <a:off x="324724" y="4923607"/>
            <a:ext cx="116730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성능 증감의 패턴을 찾기는 힘들지만… repeat 을 제외하고 도메인별 평균 성능은 증가</a:t>
            </a:r>
            <a:endParaRPr/>
          </a:p>
          <a:p>
            <a:pPr indent="-952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Pseudo label 을 기반으로 하기 때문에 예측되는 클래스 값이 없을 경우 샘플링 되지 않음 (Ex. Pseudo label unique = [0,2,5] 일 경우 이 안에서만 샘플링 되는 문제)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Target domain 을 4개로만 설정한 앞선 경우에서는, 그래도 한 도메인 당 데이터가 많기 때문에 대부분 각 클래스별로 최소 1개의 예측값은 존재했지만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Target domain 을 세분화 한 본 실험의 경우, 소수 결함 클래스를 아예 예측하지 않는 경우도 많음 -&gt; 데이터적으로 손실</a:t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952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 – </a:t>
            </a:r>
            <a:r>
              <a:rPr b="1" i="0" lang="en-US" sz="12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target domain(13) : 각 변경 방법 * 강도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7"/>
          <p:cNvSpPr txBox="1"/>
          <p:nvPr/>
        </p:nvSpPr>
        <p:spPr>
          <a:xfrm>
            <a:off x="324725" y="726474"/>
            <a:ext cx="11931900" cy="115413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Pseudo label 별로 loss 에 대한 가중치 다르게 부여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정상이 50개 / 각 결함 데이터가 6개 =&gt; (0.1, 1, 1, 1, 1, 1) 로 설정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952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6290675" y="2963236"/>
            <a:ext cx="4262543" cy="115413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성능이 감소하는 경우가 많으며,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증가하는 경우도 크게 증가하진 않음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효과가 미미하거나 역효과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44" name="Google Shape;14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316" y="2542233"/>
            <a:ext cx="5205112" cy="2921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 – </a:t>
            </a:r>
            <a:r>
              <a:rPr b="1" i="0" lang="en-US" sz="12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target domain(13) : 각 변경 방법 * 강도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208" y="1631852"/>
            <a:ext cx="7496524" cy="522614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8"/>
          <p:cNvSpPr txBox="1"/>
          <p:nvPr/>
        </p:nvSpPr>
        <p:spPr>
          <a:xfrm>
            <a:off x="7604732" y="1697144"/>
            <a:ext cx="4262543" cy="34162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성능이 감소하는 경우가 많으며,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증가하는 경우도 크게 증가하진 않음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효과가 미미하거나 역효과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952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대부분 정상(class 0) 에 대한 entropy 는 낮을텐데,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이미 낮은 값에 * 0.1 을 해주는 것이 큰 효과가 없어서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이와 같은 결과가 나오는 것으로 추정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952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추가적으로 TENT 적응 전후의 클래스별 entropy 비교 예정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324725" y="726474"/>
            <a:ext cx="11931900" cy="115413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Pseudo label 별로 loss 에 대한 가중치 다르게 부여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정상이 50개 / 각 결함 데이터가 6개 =&gt; (0.1, 1, 1, 1, 1, 1) 로 설정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952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3ff4f175bf_0_0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문제점 및 </a:t>
            </a: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아이디어 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3ff4f175bf_0_0"/>
          <p:cNvSpPr txBox="1"/>
          <p:nvPr/>
        </p:nvSpPr>
        <p:spPr>
          <a:xfrm>
            <a:off x="324725" y="726474"/>
            <a:ext cx="119319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지금 사용중인 base 모델이 성능이 너무 떨어지기에, 어떤 test time adaptation을 하더라도 큰 효과를 못보고 있다고 추측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</a:pP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기본 pretrained model 을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Online Augmentation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한 것으로 사용 + TENT</a:t>
            </a:r>
            <a:endParaRPr/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</a:pP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지금은 pretrained model 이 처음부터 1,4번 등의 결함 유형을 잘 탐지하지 못하므로 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augmentation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을 이용하여 모델의 기본 성능 높이기</a:t>
            </a:r>
            <a:endParaRPr/>
          </a:p>
          <a:p>
            <a:pPr indent="-952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-952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클래스 구분에 중요한 역할을 하는 </a:t>
            </a:r>
            <a:r>
              <a:rPr b="1" lang="en-US">
                <a:latin typeface="Noto Sans KR"/>
                <a:ea typeface="Noto Sans KR"/>
                <a:cs typeface="Noto Sans KR"/>
                <a:sym typeface="Noto Sans KR"/>
              </a:rPr>
              <a:t>attention layer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들을 사용해 test time adaptation을 사용할 수 있다고 생각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</a:pP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Attention + TENT</a:t>
            </a:r>
            <a:endParaRPr/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</a:pP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Channel attention : 특정 클래스 구분에 중요한 채널을 강조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</a:pP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Spatial attention : 이미지 혹은 feature map 에서 클래스 구분에 중요한 공간적 특징 강조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오른쪽의 예시 그림처럼 Spatial Attention 및 channel attention을 사용해 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  		가장 구별적인 특징을 강조하며 </a:t>
            </a: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TTDA를 적용할 수 있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는 방법 모색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-952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952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61" name="Google Shape;161;g33ff4f175bf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86450" y="3428999"/>
            <a:ext cx="2983604" cy="1870926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33ff4f175bf_0_0"/>
          <p:cNvSpPr txBox="1"/>
          <p:nvPr/>
        </p:nvSpPr>
        <p:spPr>
          <a:xfrm>
            <a:off x="8604600" y="5464875"/>
            <a:ext cx="35874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attention을 사용해 da를 하는  예시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(Spatial attention pyramid network for unsupervised domain adaptation / 20 ECCV 134회)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문제점 및 </a:t>
            </a: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아이디어 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9"/>
          <p:cNvSpPr txBox="1"/>
          <p:nvPr/>
        </p:nvSpPr>
        <p:spPr>
          <a:xfrm>
            <a:off x="324725" y="726474"/>
            <a:ext cx="11931900" cy="49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예전부터 진행한 실험에서 알 수 있듯이, 특정 클래스(1번,4번)는 미세한 결함 &amp; 탐지하기 어려운 공간에 존재 &amp; 정상 제품에도 존재하는 미세한 결함으로 인해 불량 탐지율이 현저히 떨어지는 현상이 발생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Fine-grained + few shot domain adaptation ("Cross Domain Few-Shot Learning for Fine-Grained SAR Ship Recognition" / 2023 China Automation Congress (CAC), 1회 )를 문제상황으로 하는 사전 연구 존재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해당 논문은 도메인간 변화로 인해 생기는 분포 변화를 억제하기 위해 Transferred Attention Module 를 사용하고, Structural Pyramid Module과 Conditional Adversarial Module을 사용해 다양한 크기의 정보를 고려하는 멀티-스케일 표현과, 중요한 부분에 집중하는 Attention 메커니즘을 결합하여 fine-grained를 수행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</a:pPr>
            <a:r>
              <a:rPr lang="en-US" strike="sngStrike">
                <a:latin typeface="Noto Sans KR"/>
                <a:ea typeface="Noto Sans KR"/>
                <a:cs typeface="Noto Sans KR"/>
                <a:sym typeface="Noto Sans KR"/>
              </a:rPr>
              <a:t>해당 연구처럼 조금 더 극한의 상황을 설정하여 포지션을 잡고, 이처럼 </a:t>
            </a:r>
            <a:r>
              <a:rPr lang="en-US" strike="sng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Fine-grained + (</a:t>
            </a:r>
            <a:r>
              <a:rPr b="1" lang="en-US" strike="sng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few shot domain adaptation or few shot test time domain adaptation</a:t>
            </a:r>
            <a:r>
              <a:rPr lang="en-US" strike="sng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)을 해결하는 것이 어떤지 생각</a:t>
            </a:r>
            <a:endParaRPr strike="sng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※ class 가 아닌 domain 관점에서 few shot 으로 진행하는 것을 few shot 연구라고 할 수 있는지 + 연구되고 있는지 (키워드)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952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TENT 및 SHOT은 test time 단계에서 domain alignment 가 수행되지만, 이러한 방식은 근본적으로 domain alignment를 수행하는 방법은 아니라 할 수 있음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TENT 방식에서 entropy 대신 기존 DA/DG 에서 쓰이는 </a:t>
            </a:r>
            <a:r>
              <a:rPr b="1"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Domain alignment loss</a:t>
            </a: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를 test time augmentation에서 사용할 수 있도록 변형 후 새로운 목적 함수로 사용 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2013 - 2022 테마">
  <a:themeElements>
    <a:clrScheme name="Office 2013 - 2022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2024-05-05T08:04:52Z</dcterms:created>
  <dc:creator>김나연</dc:creator>
</cp:coreProperties>
</file>