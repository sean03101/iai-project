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9144000"/>
  <p:embeddedFontLst>
    <p:embeddedFont>
      <p:font typeface="Noto Sans KR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jDxhJomSB3ToNFbMq3PfzO6/EO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AA5AB3-6BA3-4BE7-8823-901D8A3EEA3C}">
  <a:tblStyle styleId="{30AA5AB3-6BA3-4BE7-8823-901D8A3EEA3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otoSansKR-bold.fntdata"/><Relationship Id="rId12" Type="http://schemas.openxmlformats.org/officeDocument/2006/relationships/font" Target="fonts/NotoSansK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ac5cb26f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2ac5cb26f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(213개의 인스턴스가 기존과 예측 결과 달라졌으며, 172개가 기존에는 옳다가 틀리게 변화 / 틀렸는데 바르게 된 것 0 개)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 변화량을 어떻게 확인해볼 수 있을까… 어떻게 시각화 할 수 있을까???????..................</a:t>
            </a:r>
            <a:endParaRPr/>
          </a:p>
        </p:txBody>
      </p:sp>
      <p:sp>
        <p:nvSpPr>
          <p:cNvPr id="93" name="Google Shape;93;g32ac5cb26f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성능이랑 entropy 는 대충 비슷한 경향을 보이는 것 같음</a:t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73d43535c_0_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273d43535c_0_1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273d43535c_0_1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1164746" y="2982609"/>
            <a:ext cx="9862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2502</a:t>
            </a:r>
            <a:r>
              <a:rPr b="1" lang="en-US" sz="2800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24</a:t>
            </a:r>
            <a:r>
              <a:rPr b="1" i="0" lang="en-US" sz="2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 실험 결과</a:t>
            </a:r>
            <a:endParaRPr b="1" i="0" sz="2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ac5cb26fd_1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2ac5cb26fd_1_0"/>
          <p:cNvSpPr txBox="1"/>
          <p:nvPr/>
        </p:nvSpPr>
        <p:spPr>
          <a:xfrm>
            <a:off x="324725" y="1276318"/>
            <a:ext cx="552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target domain 에서 repeat 과 동일한 것들을 repeat 으로 간주하도록 변경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* </a:t>
            </a:r>
            <a:r>
              <a:rPr b="0" i="0" lang="en-US" sz="105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lcondition_0, brightness_2, cameraz_2</a:t>
            </a:r>
            <a:endParaRPr/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repeat test data 400개 -&gt; 640개로 증가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-"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target domain 의 데이터 각각 80개씩 감소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g32ac5cb26fd_1_0"/>
          <p:cNvSpPr txBox="1"/>
          <p:nvPr/>
        </p:nvSpPr>
        <p:spPr>
          <a:xfrm>
            <a:off x="324725" y="968519"/>
            <a:ext cx="2835286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변경사항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8;g32ac5cb26fd_1_0"/>
          <p:cNvGraphicFramePr/>
          <p:nvPr/>
        </p:nvGraphicFramePr>
        <p:xfrm>
          <a:off x="1071418" y="2927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{30AA5AB3-6BA3-4BE7-8823-901D8A3EEA3C}</a:tableStyleId>
              </a:tblPr>
              <a:tblGrid>
                <a:gridCol w="1034475"/>
                <a:gridCol w="1361500"/>
                <a:gridCol w="13615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data 변경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0.5716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0.7021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0.6900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0.5177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0.4686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0.5830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0.5519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0.5877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0.5758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9" name="Google Shape;99;g32ac5cb26fd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6869" y="126144"/>
            <a:ext cx="5121419" cy="2300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2ac5cb26fd_1_0"/>
          <p:cNvSpPr txBox="1"/>
          <p:nvPr/>
        </p:nvSpPr>
        <p:spPr>
          <a:xfrm>
            <a:off x="1561671" y="2597756"/>
            <a:ext cx="3048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정도</a:t>
            </a:r>
            <a:endParaRPr/>
          </a:p>
        </p:txBody>
      </p:sp>
      <p:graphicFrame>
        <p:nvGraphicFramePr>
          <p:cNvPr id="101" name="Google Shape;101;g32ac5cb26fd_1_0"/>
          <p:cNvGraphicFramePr/>
          <p:nvPr/>
        </p:nvGraphicFramePr>
        <p:xfrm>
          <a:off x="6566843" y="2927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{30AA5AB3-6BA3-4BE7-8823-901D8A3EEA3C}</a:tableStyleId>
              </a:tblPr>
              <a:tblGrid>
                <a:gridCol w="1034475"/>
                <a:gridCol w="1361500"/>
                <a:gridCol w="13615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</a:t>
                      </a:r>
                      <a:endParaRPr b="1"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Target data 변경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0.6386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0.7202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🔺0.7224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0.5751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0.6161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🔺0.6243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0.6325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g32ac5cb26fd_1_0"/>
          <p:cNvSpPr txBox="1"/>
          <p:nvPr/>
        </p:nvSpPr>
        <p:spPr>
          <a:xfrm>
            <a:off x="7057096" y="2597756"/>
            <a:ext cx="3048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TENT 를 적용했을 때</a:t>
            </a:r>
            <a:endParaRPr/>
          </a:p>
        </p:txBody>
      </p:sp>
      <p:sp>
        <p:nvSpPr>
          <p:cNvPr id="103" name="Google Shape;103;g32ac5cb26fd_1_0"/>
          <p:cNvSpPr txBox="1"/>
          <p:nvPr/>
        </p:nvSpPr>
        <p:spPr>
          <a:xfrm>
            <a:off x="324725" y="5489146"/>
            <a:ext cx="119319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) 각 target domain 에서 repeat 과 동일한 데이터를 제거하고 측정한 결과, 기존보다 더 심한 shift 가 발생함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                 다만 repeat 데이터의 정확도가 소폭 감소함 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TENT ) repeat 은 성능이 소폭 증가한 반면 (adaptation 을 수행할 수 있는 데이터가 늘어났기 때문으로 추정)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       ta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rget data 들은 도메인마다 각기 다른 양상을 보임…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324725" y="1276318"/>
            <a:ext cx="1178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Forward pass 를 통해 각 인스턴스의 entropy 계산 -&gt; 클래스별 threshold 계산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backward pass 를 통해 threshold 를 충족하는 인스턴스 기반으로 batchnorm affine parameter 업데이트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Threshold 는 각 배치 내에 포함된 데이터의 pseudo label 을 기반으로 클래스 분류 후 -&gt;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pseudo label 별 entropy 평균값으로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설정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324725" y="968519"/>
            <a:ext cx="2835286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confidence 사용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660" y="604497"/>
            <a:ext cx="1384249" cy="715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58369" y="786899"/>
            <a:ext cx="1384249" cy="37924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581096" y="1313820"/>
            <a:ext cx="31663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statistics          -&gt;         affine parameter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" name="Google Shape;115;p3"/>
          <p:cNvGraphicFramePr/>
          <p:nvPr/>
        </p:nvGraphicFramePr>
        <p:xfrm>
          <a:off x="242596" y="2931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{30AA5AB3-6BA3-4BE7-8823-901D8A3EEA3C}</a:tableStyleId>
              </a:tblPr>
              <a:tblGrid>
                <a:gridCol w="1109200"/>
                <a:gridCol w="1459825"/>
                <a:gridCol w="1459825"/>
                <a:gridCol w="1459825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b="1" sz="110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기존 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(Target data 변경)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클래스별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Threshold 이하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(=확신을 갖는 데이터)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클래스별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Threshold 이상</a:t>
                      </a:r>
                      <a:b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b="1" lang="en-US" sz="1050" u="none" cap="none" strike="noStrike">
                          <a:solidFill>
                            <a:srgbClr val="54813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(=불확실한 데이터)</a:t>
                      </a:r>
                      <a:endParaRPr b="1" sz="1050" u="none" cap="none" strike="noStrike">
                        <a:solidFill>
                          <a:srgbClr val="54813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0.6386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0.6317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0.7224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🔺0.7331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0.7132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0.5751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0.5751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0.5566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0.6243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0.6243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0.6243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0.6325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🔽 0.6244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🔺0.6328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6" name="Google Shape;116;p3"/>
          <p:cNvGraphicFramePr/>
          <p:nvPr/>
        </p:nvGraphicFramePr>
        <p:xfrm>
          <a:off x="5865089" y="29267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{30AA5AB3-6BA3-4BE7-8823-901D8A3EEA3C}</a:tableStyleId>
              </a:tblPr>
              <a:tblGrid>
                <a:gridCol w="1082600"/>
                <a:gridCol w="684700"/>
                <a:gridCol w="684700"/>
                <a:gridCol w="684700"/>
                <a:gridCol w="684700"/>
                <a:gridCol w="684700"/>
                <a:gridCol w="684700"/>
                <a:gridCol w="812800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Entropy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Ok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Scratch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fm 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Pin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Dent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glue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average</a:t>
                      </a:r>
                      <a:endParaRPr b="1" sz="1050" u="none" cap="none" strike="noStrike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average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0.1597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0.5487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0.5662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0.3810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0.7257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0.1944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0.4294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0.1390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0.4430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0.5201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0.0963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0.4604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0.0887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0.2913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0.1956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0.6100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0.5940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0.5569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0.9854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0.2150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0.5261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0.1516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0.5034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0.4682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0.5044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0.8097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0.2828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0.4533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b="1"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0.1526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0.6385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0.6821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0.3665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0.6476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0.1910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0.4468</a:t>
                      </a:r>
                      <a:endParaRPr/>
                    </a:p>
                  </a:txBody>
                  <a:tcPr marT="9525" marB="0" marR="9525" marL="95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5772725" y="5412634"/>
            <a:ext cx="609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배</a:t>
            </a:r>
            <a:r>
              <a:rPr lang="en-US" sz="1200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치마다 entropy 의 분포 범위가 다름 유의</a:t>
            </a:r>
            <a:b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Ex) repeat-dent 경우: 0.1009 ~ 0.9074 배치마다 각기 다른 넓은 범위의 분포를 가짐</a:t>
            </a:r>
            <a:endParaRPr b="0" i="0" sz="1400" u="none" cap="none" strike="noStrike">
              <a:solidFill>
                <a:srgbClr val="AEABA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7424902" y="2606451"/>
            <a:ext cx="27334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클래스별 평균 entropy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273d43535c_0_10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273d43535c_0_103"/>
          <p:cNvSpPr txBox="1"/>
          <p:nvPr/>
        </p:nvSpPr>
        <p:spPr>
          <a:xfrm>
            <a:off x="324725" y="968519"/>
            <a:ext cx="5651202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Entropy 가 높은 데이터 활용 (=불확실한 데이터)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273d43535c_0_103"/>
          <p:cNvSpPr txBox="1"/>
          <p:nvPr/>
        </p:nvSpPr>
        <p:spPr>
          <a:xfrm>
            <a:off x="21637" y="2359938"/>
            <a:ext cx="15609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확신하는 데이터로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업데이트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273d43535c_0_103"/>
          <p:cNvSpPr txBox="1"/>
          <p:nvPr/>
        </p:nvSpPr>
        <p:spPr>
          <a:xfrm>
            <a:off x="21637" y="5116242"/>
            <a:ext cx="15609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불확신하는 데이터로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업데이트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273d43535c_0_103"/>
          <p:cNvSpPr txBox="1"/>
          <p:nvPr/>
        </p:nvSpPr>
        <p:spPr>
          <a:xfrm>
            <a:off x="7861597" y="1838451"/>
            <a:ext cx="37710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은 불확실한 데이터로 업데이트 했을 때 성능이 모두 감소함 (소폭 감소함)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와 cameraz 는 불확실한 데이터로 업데이트를 수행했을 때 아주 소폭 성능이 증가하긴 하지만 이에 대한 논리적 근거 부족…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952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3273d43535c_0_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4404" y="1440873"/>
            <a:ext cx="6492626" cy="522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324725" y="1276318"/>
            <a:ext cx="11784148" cy="13387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각 테스트 도메인을 순차적으로 변경해가며 실험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예) brightness – lcondition- cameraz 의 경우: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처음: source domain 으로만 train 된 모델이 처음 brightness 에 적응했을 때 성능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마지막: 모델이 brightness -&gt; lcondition -&gt; cameraz 를 모두 적응 후 다시 brightness 에 적응했을 때의 성능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324725" y="968519"/>
            <a:ext cx="5651202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Continual domain shift 확인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8" name="Google Shape;138;p4"/>
          <p:cNvGraphicFramePr/>
          <p:nvPr/>
        </p:nvGraphicFramePr>
        <p:xfrm>
          <a:off x="1624445" y="28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{30AA5AB3-6BA3-4BE7-8823-901D8A3EEA3C}</a:tableStyleId>
              </a:tblPr>
              <a:tblGrid>
                <a:gridCol w="1427600"/>
                <a:gridCol w="1878875"/>
                <a:gridCol w="1878875"/>
                <a:gridCol w="1878875"/>
                <a:gridCol w="1878875"/>
              </a:tblGrid>
              <a:tr h="748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* b: brightness</a:t>
                      </a:r>
                      <a:b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l: Lcondition</a:t>
                      </a:r>
                      <a:b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c: cameraz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처음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마지막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overall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증감정도</a:t>
                      </a:r>
                      <a:b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</a:b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(마지막 – 처음)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b-l-c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0.5747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0.5931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+0.0032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b-c-l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0.5715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0.5747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0.5992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+ 0.0032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l-b-c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0.6588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0.6148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+0.0369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l-c-b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0.6219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0.6530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0.6292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+0.0311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c-b-l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0.6503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0.6119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+0.0097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c-l-b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0.6406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0.6433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0.6159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+0.0027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" name="Google Shape;139;p4"/>
          <p:cNvSpPr txBox="1"/>
          <p:nvPr/>
        </p:nvSpPr>
        <p:spPr>
          <a:xfrm>
            <a:off x="324725" y="5709772"/>
            <a:ext cx="969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Catastrophic forgetting 이 발생할 것이라는 기대와는 달리 대부분 모든 target domain 을 거치고 나서 다시 측정했을 때 성능이 아주 소폭 증가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